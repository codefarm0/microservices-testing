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1" r:id="rId9"/>
    <p:sldId id="270" r:id="rId10"/>
    <p:sldId id="272" r:id="rId11"/>
    <p:sldId id="260" r:id="rId12"/>
    <p:sldId id="273" r:id="rId13"/>
    <p:sldId id="274" r:id="rId14"/>
    <p:sldId id="275" r:id="rId15"/>
    <p:sldId id="276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77" r:id="rId24"/>
    <p:sldId id="289" r:id="rId25"/>
    <p:sldId id="278" r:id="rId26"/>
    <p:sldId id="290" r:id="rId27"/>
    <p:sldId id="291" r:id="rId28"/>
    <p:sldId id="292" r:id="rId29"/>
    <p:sldId id="279" r:id="rId30"/>
    <p:sldId id="280" r:id="rId31"/>
    <p:sldId id="281" r:id="rId32"/>
    <p:sldId id="261" r:id="rId33"/>
    <p:sldId id="262" r:id="rId34"/>
    <p:sldId id="263" r:id="rId35"/>
    <p:sldId id="264" r:id="rId36"/>
    <p:sldId id="265" r:id="rId37"/>
    <p:sldId id="26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BC738B-20EF-4142-A0B4-73836EC984AC}" type="doc">
      <dgm:prSet loTypeId="urn:microsoft.com/office/officeart/2005/8/layout/hProcess9" loCatId="process" qsTypeId="urn:microsoft.com/office/officeart/2005/8/quickstyle/3d5" qsCatId="3D" csTypeId="urn:microsoft.com/office/officeart/2005/8/colors/accent6_2" csCatId="accent6"/>
      <dgm:spPr/>
      <dgm:t>
        <a:bodyPr/>
        <a:lstStyle/>
        <a:p>
          <a:endParaRPr lang="en-IN"/>
        </a:p>
      </dgm:t>
    </dgm:pt>
    <dgm:pt modelId="{5748BDAA-4891-4F73-96C1-EC8DCD973732}">
      <dgm:prSet/>
      <dgm:spPr/>
      <dgm:t>
        <a:bodyPr/>
        <a:lstStyle/>
        <a:p>
          <a:r>
            <a:rPr lang="en-IN" dirty="0"/>
            <a:t>What Next???</a:t>
          </a:r>
        </a:p>
      </dgm:t>
    </dgm:pt>
    <dgm:pt modelId="{088D021C-D4C6-450E-8432-D499E693AC5D}" type="parTrans" cxnId="{441A307A-BD6D-4CBE-9193-EFD345A4C0EA}">
      <dgm:prSet/>
      <dgm:spPr/>
      <dgm:t>
        <a:bodyPr/>
        <a:lstStyle/>
        <a:p>
          <a:endParaRPr lang="en-IN"/>
        </a:p>
      </dgm:t>
    </dgm:pt>
    <dgm:pt modelId="{A06440A2-B198-4AF8-B807-A95674604AC1}" type="sibTrans" cxnId="{441A307A-BD6D-4CBE-9193-EFD345A4C0EA}">
      <dgm:prSet/>
      <dgm:spPr/>
      <dgm:t>
        <a:bodyPr/>
        <a:lstStyle/>
        <a:p>
          <a:endParaRPr lang="en-IN"/>
        </a:p>
      </dgm:t>
    </dgm:pt>
    <dgm:pt modelId="{053D77BB-155F-4EA1-880D-557908346C84}" type="pres">
      <dgm:prSet presAssocID="{1ABC738B-20EF-4142-A0B4-73836EC984AC}" presName="CompostProcess" presStyleCnt="0">
        <dgm:presLayoutVars>
          <dgm:dir/>
          <dgm:resizeHandles val="exact"/>
        </dgm:presLayoutVars>
      </dgm:prSet>
      <dgm:spPr/>
    </dgm:pt>
    <dgm:pt modelId="{2B09DCD5-6790-4AC9-BB54-0F44B63C0B25}" type="pres">
      <dgm:prSet presAssocID="{1ABC738B-20EF-4142-A0B4-73836EC984AC}" presName="arrow" presStyleLbl="bgShp" presStyleIdx="0" presStyleCnt="1"/>
      <dgm:spPr/>
    </dgm:pt>
    <dgm:pt modelId="{6E6035C0-56CC-44FD-811B-F739E2AFE2C6}" type="pres">
      <dgm:prSet presAssocID="{1ABC738B-20EF-4142-A0B4-73836EC984AC}" presName="linearProcess" presStyleCnt="0"/>
      <dgm:spPr/>
    </dgm:pt>
    <dgm:pt modelId="{2984CC55-54C4-4797-9550-EE4C73FCB309}" type="pres">
      <dgm:prSet presAssocID="{5748BDAA-4891-4F73-96C1-EC8DCD973732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3084BE06-20A0-4624-BB74-AA02C51652FE}" type="presOf" srcId="{5748BDAA-4891-4F73-96C1-EC8DCD973732}" destId="{2984CC55-54C4-4797-9550-EE4C73FCB309}" srcOrd="0" destOrd="0" presId="urn:microsoft.com/office/officeart/2005/8/layout/hProcess9"/>
    <dgm:cxn modelId="{90519164-81EB-452A-8EE3-338372A1508A}" type="presOf" srcId="{1ABC738B-20EF-4142-A0B4-73836EC984AC}" destId="{053D77BB-155F-4EA1-880D-557908346C84}" srcOrd="0" destOrd="0" presId="urn:microsoft.com/office/officeart/2005/8/layout/hProcess9"/>
    <dgm:cxn modelId="{441A307A-BD6D-4CBE-9193-EFD345A4C0EA}" srcId="{1ABC738B-20EF-4142-A0B4-73836EC984AC}" destId="{5748BDAA-4891-4F73-96C1-EC8DCD973732}" srcOrd="0" destOrd="0" parTransId="{088D021C-D4C6-450E-8432-D499E693AC5D}" sibTransId="{A06440A2-B198-4AF8-B807-A95674604AC1}"/>
    <dgm:cxn modelId="{B5F63926-FC3E-4986-BE35-00FC7C18006A}" type="presParOf" srcId="{053D77BB-155F-4EA1-880D-557908346C84}" destId="{2B09DCD5-6790-4AC9-BB54-0F44B63C0B25}" srcOrd="0" destOrd="0" presId="urn:microsoft.com/office/officeart/2005/8/layout/hProcess9"/>
    <dgm:cxn modelId="{3DA1F39B-136A-41A8-86DF-08C64130C38C}" type="presParOf" srcId="{053D77BB-155F-4EA1-880D-557908346C84}" destId="{6E6035C0-56CC-44FD-811B-F739E2AFE2C6}" srcOrd="1" destOrd="0" presId="urn:microsoft.com/office/officeart/2005/8/layout/hProcess9"/>
    <dgm:cxn modelId="{FCF0886D-4621-4841-ACAD-854D31765A7E}" type="presParOf" srcId="{6E6035C0-56CC-44FD-811B-F739E2AFE2C6}" destId="{2984CC55-54C4-4797-9550-EE4C73FCB309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9DCD5-6790-4AC9-BB54-0F44B63C0B25}">
      <dsp:nvSpPr>
        <dsp:cNvPr id="0" name=""/>
        <dsp:cNvSpPr/>
      </dsp:nvSpPr>
      <dsp:spPr>
        <a:xfrm>
          <a:off x="329326" y="0"/>
          <a:ext cx="3732371" cy="2333625"/>
        </a:xfrm>
        <a:prstGeom prst="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4CC55-54C4-4797-9550-EE4C73FCB309}">
      <dsp:nvSpPr>
        <dsp:cNvPr id="0" name=""/>
        <dsp:cNvSpPr/>
      </dsp:nvSpPr>
      <dsp:spPr>
        <a:xfrm>
          <a:off x="576322" y="700087"/>
          <a:ext cx="3238380" cy="93345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 dirty="0"/>
            <a:t>What Next???</a:t>
          </a:r>
        </a:p>
      </dsp:txBody>
      <dsp:txXfrm>
        <a:off x="621889" y="745654"/>
        <a:ext cx="3147246" cy="842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03:57:09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21225 4856 883 0,'-21'-12'161'0,"-6"9"89"15,-2 8-269 1,-11 12-4-16,-3 9 3 0,-21 22 4 16,-2 12 3-16,-15 23 2 15,6 1 5-15,-9 21 1 16,15-3 0-16,-7 16 5 15,17-11-2-15,5 11 2 16,15-15-2-16,11 8-1 16,22-24-6-16,17-8-5 15,15-19-3-15,13-16 4 16,7-22 9-16,12-13 30 16,-6-10 17-16,4-8 8 15,-5 1 0-15,-1-4-5 16,-14 4-29-16,-8 3-7 15,-12 2-7-15,-5-1-23 0,-10 6-21 16,-1 0-45-16,-5 0-30 16,4-2-156-16,-1 1 19 15</inkml:trace>
  <inkml:trace contextRef="#ctx0" brushRef="#br0" timeOffset="809.28">21809 5605 1237 0,'9'-3'257'0,"-14"-9"128"15,1 0-379-15,-12-6-12 16,-9 4-6-16,-10 2-11 15,-10 3-10-15,-16 6 3 16,5 11 6-16,-8 18-2 16,2 8 5-16,-10 19-1 15,10 5 1-15,-7 12-7 16,12-5-3-16,9 9-15 16,17-11-8-16,12 3-27 0,16-13 5 15,11-8-17-15,10-15 16 16,16-10 15-16,3-15 38 15,19-15 16-15,0-15 31 16,9-17 17-16,-11-12 6 16,6-14 1-16,-14 1-9 15,4-6-6-15,-12 11-17 16,1 7 11-16,-14 15 14 0,-6 12 29 16,-13 17 3-16,-3 3-5 15,-4 8-27-15,-1 5-36 16,1-5-30-16,-1 1-5 15,1 1 5-15,0 21 8 16,0 36 15-16,7-33-23 16,6-1-2-16,16-5-14 15,5-6-11-15,14-9-5 16,0-12 25-16,1-14 17 16,-12-8 21-16,-1-27 12 15,-11-14 5-15,6-27-9 16,-3-5-13-16,3-27 5 15,-2 17 23-15,-5-3 29 16,-10 24 23-16,-7 6 32 16,-4 33 3-16,-3 10-5 0,0 22-28 15,-2 9-21-15,3 11-42 16,-3 0-36-16,2 6-24 16,0-6-7-16,-1 1 5 15,-3 28 1-15,-8 53 20 16,11-8 0-16,0 10 4 15,0 23 5-15,1-2 6 16,-1 20 6-16,-8-18 5 16,1-1 2-16,2-20-1 0,-1-3-5 15,0-31-18 1,5-4-53-16,0-12-42 0,10-5-128 16,8-9-32-16,20-13-58 15,5-18-63-15</inkml:trace>
  <inkml:trace contextRef="#ctx0" brushRef="#br0" timeOffset="1855.16">22816 5335 1059 0,'15'-21'254'16,"-5"6"89"-16,-13 11-307 0,0 0-56 15,-1 4-11-15,3 0-9 16,-1 1-7-16,-15 25 1 16,-53 59 19-16,29-3 8 15,2 3 7-15,0 14 5 16,13-11 5-16,9 2-9 16,11-26-27-16,15-4-10 15,11-20 0-15,15-4-5 16,7-21 9-16,18-8 0 15,2-14-7-15,15-21-53 16,-5-11-16-16,5-20-35 16,-13-9 19-16,2-20 33 15,-17 5 90-15,-7-4 126 16,-17 22 92-16,-7 15 59 16,-11 23-5-16,-4 12-42 15,-3 15-119-15,-3 6-73 0,-4 4-55 16,-4 21-14-16,-3 7 1 15,-2 12 14-15,1 1 18 16,6 3 7-16,6-14 5 16,5-1 4-16,3-9-4 15,6 0-2-15,1-10-4 16,7-2 1-16,0-6 0 16,7-4 0-16,0-6 3 15,4-7 5-15,-4-12 5 0,4-11 8 16,-3-7 4-16,0-8 16 15,-6 2 10-15,-1 5 15 16,-7 12-6-16,-5 5-6 16,-3 11-21-16,-2 7-30 15,-3-1-31-15,4 5-7 16,-4-3 2-16,1 2 6 16,10 15 16-16,45 51 10 15,-21-34 2-15,14 6-15 16,-3-10-11-16,2-4 0 15,-9-12 3-15,0-8 13 16,-13-17 17-16,12-16 11 16,-1-10-1-16,16-29-19 15,1-12-13-15,7-21-2 16,-10 3 1-16,-4-9 32 0,-14 22 35 16,-9 3 37-16,-13 24 12 15,-3 6 8-15,-8 16-23 16,2 6-17-16,-4 14-37 15,2 6-27-15,-1 8-23 16,-2 5-25-16,-3 9-6 16,-6 26-3-16,0 13 11 15,-2 28 11-15,2 16 18 0,2 28 6 16,7-13-4 0,3 13-40-16,1-18-35 0,1 0-92 15,6-28-52-15,8-4-30 16,3-25 38-16,20-18 34 15,12-28 69-15,21-33 6 16,2-19 41-16</inkml:trace>
  <inkml:trace contextRef="#ctx0" brushRef="#br0" timeOffset="2242.54">25194 4836 794 0,'-11'6'135'0,"-27"27"90"15,-9 17-243-15,-14 28 11 16,-6 7 8-16,-2 20 2 16,10-7-1-16,-4 20 3 15,8-17-1-15,6 10-1 0,11-13-1 16,10 0 4-16,19-28-1 16,11-2 3-16,13-21 0 15,9-9 9-15,3-17 15 16,4-13 48-16,-2-14 1 15,0-19 21-15,-2-16-8 0,7-24-16 16,-3-8-50-16,4-34-6 16,-2-1-8-16,-2-9 16 15,-12 20 6-15,-6 5 8 16,-7 38 12-16,-6 16-29 16,-3 24-31-16,-15 9-37 15,-7 15-14-15,-11 16-20 16,-4 5 9-16,-5 9-40 15,13 4-9-15,14 6-102 16,16-9-20-16,21-3-79 16,20-14-37-16</inkml:trace>
  <inkml:trace contextRef="#ctx0" brushRef="#br0" timeOffset="2573.3">25437 5218 1020 0,'1'-1'215'15,"0"3"61"-15,5-1-305 16,-5-1 2-16,12 5-8 16,26 12 6-16,58 35 30 15,-31-1 1-15,-11 3-3 16,5 16 2-16,-14-4-14 16,-9 1-40-16,-13-15-25 15,-7-12-8-15,-11-19 29 16,-6-9 86-16,-1-9 72 0,-1-6 76 15,0 5 34-15,1-4-27 16,0 0-73-16,-2-19-28 16,-1-63-57-16,20 15-26 15,11 0-7-15,10-1-2 16,0 17-7-16,-6 13-8 16,-12 21-26-16,-4 7-146 15,-7 13-72-15,2 10-125 16,-1 4-119-16</inkml:trace>
  <inkml:trace contextRef="#ctx0" brushRef="#br0" timeOffset="2892.27">26169 5199 1247 0,'40'-12'260'15,"-37"12"104"-15,-2 0-383 16,-1-1-13-16,-1-1-7 16,1 2 0-16,0 0 9 0,-2 0-14 15,2 0-7-15,0 0-36 16,-1 0-16-16,1 0-22 15,0 0 11-15,0 0 13 16,0 0 19-16,0 0-46 16,-1-1-5-16,1 0-48 15,0 0-11-15,0 0-27 16</inkml:trace>
  <inkml:trace contextRef="#ctx0" brushRef="#br0" timeOffset="7812.64">27504 4548 1098 0,'24'-14'240'0,"-4"-9"102"16,-14 1-328-16,2-1 7 0,-3 2 8 16,-2 0 22-16,-4 10-4 15,-3 3-6-15,-1 1-15 16,-15 0-37-16,-17 7-36 15,-25 11-6-15,-9 6 3 16,-11 12 5-16,9 9 19 16,7 13 6-16,23-1 3 15,8 6-2-15,15-5-8 16,13 9-5-16,13-5 1 16,16 9 4-16,10 1 6 0,15 13 7 15,3-4 7-15,5 4-24 16,-11-13-13-16,-4 8-19 15,-18-16-6-15,-17 11-4 16,-20-2 27-16,-26 9 12 16,-14-13 20-16,-19 6 6 15,-2-15 7-15,-6-7 5 16,19-17 8-16,6-5 37 16,21-13 15-16,8-7 36 15,16-5 14-15,5 0 25 16,4-1-23-16,2-1 0 15,1 2-37-15,0 0-27 16,0 1-38-16,0 0-22 16,1 0-14-16,21 6-5 15,49 25 8-15,-23 10 4 0,-2 14 6 16,2 21 2-16,-9 10-14 16,1 27-97-16,-9 0-104 15,-7 24-142-15,-19-19-88 16</inkml:trace>
  <inkml:trace contextRef="#ctx0" brushRef="#br0" timeOffset="8824.52">21823 13695 1282 0,'10'15'323'15,"-8"-8"92"-15,-1-6-381 16,-5 1-72-16,3-2-24 16,-6 12 0-16,-8 27 1 15,-52 64 21-15,32-18 22 16,8 3 15-16,2 21 2 16,13-1 2-16,9 25-1 15,9-15 0-15,14 3-5 16,10-26-9-16,14-10-17 15,1-29 1-15,11-14-4 16,-4-23 3-16,8-12 12 16,-9-13 17-16,-1-6 6 15,-10-7 8-15,-4-4 9 16,-11 1 1-16,-6-2 8 0,-11-3-2 16,-7 0 15-16,-10 3-4 15,-11-2 8-15,-9 5-9 16,-8 9-1-16,-1 4-20 15,-3 8-2-15,7 5-10 16,0 12 9-16,8 5 5 16,2 16 8-16,2 5 0 15,2 28-1-15,4 4-10 16,7 20-9-16,8-1-11 0,9 8-17 16,8-14-15-16,8 13-67 15,1-11-74-15,9 26-238 16,-17-17 4-16</inkml:trace>
  <inkml:trace contextRef="#ctx0" brushRef="#br0" timeOffset="9674.34">23130 7428 1300 0,'10'-4'290'0,"-6"0"127"15,-8 0-384-15,3 0-3 16,0 3-8-16,0-1 0 15,0 1-11-15,-2-1-7 0,-15-8-6 16,-51-13-8-16,30 24-8 16,-11 8-6-16,0 9 3 15,-9 17-17-15,4 9-5 16,-6 12-4-16,6 4-6 16,3 14-40-16,16-6-5 15,6 0-58-15,18-10-31 16,14-6-18-16,12-22 44 0,15-14 36 15,8-15 79 1,16-15 54-16,1-14 40 0,14-14 3 16,-5-3-10-16,11-13-8 15,-12 4-16-15,3-4-8 16,-15 9 11-16,-9 5 60 16,-18 16 29-16,-7 10 43 15,-13 11 12-15,-3 5-17 16,0 3-65-16,-1-1-49 15,0 0-50-15,0 0-16 16,0 1-1-16,-4 13 5 16,-4 18 15-16,-7 45 7 15,14-33 4-15,9 9-3 16,6-3-37-16,12 5-79 16,8-9-48-16,19-3-162 0,3-24-36 15</inkml:trace>
  <inkml:trace contextRef="#ctx0" brushRef="#br0" timeOffset="10191.34">24164 7172 1040 0,'1'-13'230'0,"-5"13"82"16,-9 1-316-16,-12 8-6 15,-4 2-10-15,-9 9 6 16,-3-1 13-16,-6 17 3 16,4 1 5-16,-14 16-1 15,2 3-6-15,-7 12-1 16,9-8-1-16,4 5-25 16,19-12-18-16,11-3-35 15,17-15-14-15,18-1-7 16,15-14 25-16,25-11 22 15,7-14 35-15,18-18 30 16,-6-14 16-16,7-11 28 16,-16-11 19-16,4-17 19 15,-19 1-6-15,3-11-3 16,-15 5-21-16,-8-5-4 16,-10 15-11-16,-5-3 14 0,-9 12-5 15,-2-4-2-15,-3 11-16 16,-4 5 11-16,0 16-13 15,0 7-1-15,0 14-7 16,-1 6-20-16,3 9-32 16,0-1-48-16,-1-1-8 15,0 1 0-15,0 30 19 0,-4 72 9 16,-1-20 42-16,-1 28-34 16,-4 5-46-1,-6 26-234-15,0-11-6 0,-6 4-124 16</inkml:trace>
  <inkml:trace contextRef="#ctx0" brushRef="#br0" timeOffset="10660.08">25192 6943 1132 0,'10'-7'292'16,"-9"6"76"-16,-12 1-329 0,-6 5-57 16,-16 9-10-16,-5 7-4 15,-12 11 4-15,1 7 16 16,-9 21 5-16,12 3 3 16,-8 14-10-16,9 3-12 15,5 12-37-15,19-21-38 16,9-10-23-16,19-22 16 15,15-17 46-15,15-25 48 16,22-28 40-16,15-13 26 0,30-29-12 16,9-14-34-1,27-30-27-15,-10 2-5 0,5-17 1 16,-33 17 19-16,-16 7 63 16,-37 28 40-16,-18 13 40 15,-21 30 10-15,-6 11-16 16,-5 11-71-16,-3 9-40 15,-3 13-38-15,-12 15-7 16,-2 9 2-16,-11 24 6 16,-5 17 19-16,-4 35-4 15,12 8-8-15,4 33-33 16,11 2-60-16,7 25-257 16,3-17 30-16</inkml:trace>
  <inkml:trace contextRef="#ctx0" brushRef="#br0" timeOffset="12039.55">23716 8886 1272 0,'1'7'299'0,"-1"-3"98"15,-5-3-384-15,4-1-19 16,-8 1-22-16,-32 16-5 16,-53 31 5-16,27-6-8 15,8 4 2-15,-3 15-31 16,11-3-19-16,10 12-42 15,14-4-7-15,13 8-8 16,20-12 27-16,22 10 23 16,13-11 42-16,31 0 23 15,6-15 19-15,18 1 2 16,-6-15-3-16,-6-2-8 16,-30-12-5-16,-10-1-6 15,-26-5 1-15,-14 0 10 0,-12 4 16 16,-20 13 15-16,-10 6 12 15,-21 10 12-15,-8 3-2 16,-11 10 1-16,12-7-11 16,3 0-4-16,21-10-9 15,12-10-2-15,18-13-8 0,5-10 4 16,13-10 1-16,19-21 2 16,14-14-3-1,33-27-24-15,19-22-29 0,22-31-5 16,-9 6 0-16,-4-2 48 15,-28 27 62-15,-16 18 57 16,-25 36 6-16,-10 7 0 16,-13 19-49-16,-1 3-47 15,-5 2-41-15,-2 1-9 16,-1 0 5-16,0 1 9 16,-5 33 10-16,-13 61 8 15,7-25 9-15,1 19-5 16,7-11-10-16,6-5-13 15,10-20-10-15,15-9-19 16,11-26-3-16,29-20-2 0,8-20 9 16,29-31 5-16,-3-15 18 15,7-18 2-15,-23 4 19 16,-9 0 54-16,-32 22 19 16,-12 6 25-16,-16 17 6 15,-7 7 15-15,-5 13-35 16,-1 3 8-16,-4 7-26 15,0 5-5-15,0 2-34 16,1 0-29-16,-1 0-31 16,1 1-6-16,-1 8-2 15,-4 30-16-15,-4 46 4 16,12-20-43-16,8-3-4 0,19 2-38 16,6-17-16-16,23-12-46 15,5-25 46-15,8-30 15 16,-4-22 20-16,10-33-20 15,-16-12 24-15,0-31-13 16,-10 7 32-16,-6-8 127 16,-17 22 100-16,-7-8 72 15,-12 29 37-15,-6 1 3 16,-6 19-82-16,0 3-17 16,1 23-29-16,-1 10-17 15,0 13-41-15,1 6-39 16,2 2-42-16,-1-1-26 0,0 1-5 15,14 39-1-15,23 60 15 16,-2-17 12-16,2 5 16 16,1 13-10-16,-9-11-27 15,-8 10-31-15,-12-13-9 16,-13 5-8-16,-7-18 11 16,-13 0 32-16,-4-19 28 15,-15-2 8-15,-1-13 1 16,-4-10 14-16,10-12 19 0,-6-16 6 15,11-14 1-15,1-21 21 16,6-12-13-16,6-28-55 16,16-3-11-16,22-17 4 15,19 3-18-15,34-9-1 16,14 20 37-16,23 6 3 16,-3 17-4-16,7 15 0 15,-22 23 3-15,-7 12-12 16,-25 12-7-16,-10 11-10 15,-24 8 2-15,-17 19 3 16,-22 6 13-16,-24 24 7 16,-17 3 15-16,-27 15 1 15,1-7-3-15,-18 9-28 16,6-17-49-16,-4-3-173 16,22-21-4-16,6-27-104 15</inkml:trace>
  <inkml:trace contextRef="#ctx0" brushRef="#br0" timeOffset="12459.12">23815 10936 1054 0,'17'-10'267'15,"-13"12"77"-15,-4-1-315 0,2 5-52 16,-2-6-11-16,-1 3-1 16,1 34 1-16,2 43 5 15,-1-23-36-15,1 1-54 16,5 19-191-16,-1 1-5 15</inkml:trace>
  <inkml:trace contextRef="#ctx0" brushRef="#br0" timeOffset="12694.34">23620 12456 1308 0,'-2'48'239'0,"-5"2"124"16,-1 12-447-16,-3 34-103 15,3 14-184-15,5 29-10 16,-1-7-144-16</inkml:trace>
  <inkml:trace contextRef="#ctx0" brushRef="#br0" timeOffset="16664.93">29042 6389 762 0,'10'3'214'16,"-5"-5"48"-16,-9 1-218 15,-13-7-26-15,-11-6-16 0,-8-3-4 16,-8-1 3-1,-12-8 1-15,6 4 4 0,-11-1-1 16,-2 1-5-16,-17-4-3 16,-2 6-1-16,-21-1 0 15,3 1 0-15,-20-3 1 16,8 5 1-16,-16-2 0 16,9 6 0-16,-38 7-4 15,5 7-1-15,-22 4-5 16,6 6-6-16,-23 2-12 15,24 1 0-15,-28 3 2 16,15-1 5-16,-23 8 9 16,20 0 10-16,-31 10 3 15,28 0 5-15,-22 7-19 16,21-3-10-16,-17 5 2 16,34-8 1-16,-22 3-4 15,29-7 18-15,-15 7 20 0,19-7 5 16,-20 7 3-16,19 0 3 15,-23 6-4-15,22-8-11 16,-15 11-4-16,28-3-5 16,0 0 1-16,23-2 1 15,-4 8 6-15,27-4 1 16,-10 3 1-16,16-3-3 0,-7 8 4 16,15-9-7-16,-9 9 3 15,13-5 13-15,-1 10-1 16,21-7-1-16,-2 11-2 15,15-4-3-15,-4 6-14 16,6-4 0-16,-4 7 0 16,6-7 3-16,4 8-2 15,13-9 0-15,5 1-1 16,12-14 0-16,9 1-3 16,6-15-2-16,11 4-1 15,7-7 0-15,13 5 0 16,3-5 2-16,16 4 3 15,2-4 4-15,9 4-3 16,-3-4 0-16,18 2-1 16,-6-5-1-16,22-5 0 0,-1-8 3 15,25-6-1-15,-7-9 3 16,29-6 1-16,-16-3-3 16,25-6 0-16,-13-3-1 15,23-5-1-15,-15 2 0 16,29-6 1-16,-18 4 0 15,14-6 0-15,-18 6 0 16,18-2 1-16,-25 6 0 16,25-5 0-16,-17 5 1 15,25-7 0-15,-18 0 1 16,21-7 1-16,-20 4-1 0,22-2 0 16,-25 6-1-16,17-4 0 15,-21 7 1-15,21-4 0 16,-20 3 1-16,23-5 0 15,-18 5-1-15,18-7 0 16,-22 7 0-16,24-8 0 16,-16 6 0-16,16-10 0 15,-17 0 1-15,21-10 1 16,-23 4-1-16,19-11 2 16,-15 8 4-16,12-2 3 15,-28 7 0-15,15-6 2 16,-28 4-2-16,16-7-10 0,-17 0-4 15,13-10 1-15,-31 6 4 16,3-5 20-16,-35 8 12 16,-10 3 13-1,-25 10 0-15,-5 3 7 0,-19 11-11 16,-5-7-7-16,-12 3-13 16,-7-5 10-16,-5-7-13 15,-10-13 5-15,-2 5 11 16,-11-10 10-16,-4 1-11 15,-14-2-2-15,0 10-15 0,-24-9-15 16,-7 10-9-16,-35-4-13 16,2 8-7-16,-38-3-10 15,4 13-1-15,-22 7-26 16,14 12-24-16,-34 15-243 16,18 12 56-16</inkml:trace>
  <inkml:trace contextRef="#ctx0" brushRef="#br0" timeOffset="18219.22">28613 8243 1170 0,'17'-1'342'0,"-10"0"74"16,-15 3-337-16,4-3-38 15,-3-1-39-15,-15-2-24 16,-9 1-15-16,-21-7-3 16,-6 2 7-16,-20-1 5 15,3 3 16-15,-19-2-4 16,6 3 5-16,-23 1-6 15,7 5-2-15,-26-1-5 16,0 1 10-16,-24 4-1 16,13-4 5-16,-27 1 2 15,24 1 7-15,-9-1-1 16,21-2 2-16,-22 2-1 0,27 0 0 16,-17 1 0-16,17 2 0 15,-12 1 1-15,29-1 0 16,-20 1 1-16,19 0 0 15,-13-1 1-15,17-1 0 16,-20 4-1-16,10 3 1 16,-16 8-3-16,17 1 0 15,-24 9-1-15,12 6 0 16,-13 8-2-16,14 2 1 0,-24 8 0 16,17-3 2-16,-9 7-2 15,13-3 3-15,-19 10 0 16,28-3-1-16,-13 7-2 15,15-4 2-15,-3 5-3 16,26-16 2-16,-1 4-1 16,23-11 3-16,-6 6-2 15,15-7 2-15,-5 10-3 16,5 1 1-16,-7 10-3 16,12-2-13-16,3 10-11 15,13-10 0-15,5 6-4 16,14-10-3-16,0 8 13 15,6-8 9-15,3 8-1 16,5-6 6-16,8 11 0 0,8-7 0 16,8 10-3-1,7-8 0-15,10 4-3 0,7-15 0 16,14 0-2-16,2-16 4 16,23 2 1-16,1-9 2 15,13 2 2-15,-5-7 4 16,17-1 1-16,-11-6 1 15,15-4 4-15,-7-5 1 16,21-4 4-16,-7-3 1 16,21-2 1-16,-12-3-2 0,20-2 1 15,-17-2-5-15,19-6 2 16,-12-5 0-16,26-8 0 16,-18-3-1-16,24-8 2 15,-16 3-3-15,19-4 0 16,-22 5-2-16,28-5 2 15,-21 9-2-15,19-6 1 16,-20 3 0-16,19-7 1 16,-21 3-1-16,27-8 0 15,-15 1 2-15,22-8-2 16,-17 2 0-16,23-7 1 16,-24 6-2-16,23-2 2 15,-26 6 1-15,18-9 1 16,-31 5-2-16,23-7 2 15,-17 2-3-15,24-8 0 16,-23 7-1-16,21-4-1 0,-30 5 0 16,4-8 2-16,-29 8 3 15,9-7 4-15,-29 6 1 16,6-7-3-16,-18 11-5 16,2-3-7-16,-20 10-4 15,4-7 2-15,-17 8 5 0,-3-6 7 16,-14 8 11-16,-5-5 21 15,-13 10 16-15,-3 0 15 16,-10 9-5-16,-5-9-6 16,-4-3-37-16,-6-9-14 15,-5 0-8-15,-1-2 16 16,-1 8 9-16,-10-5 27 16,2 10 0-16,-13-12-11 15,-7 4-17-15,-18-10-11 16,-5 8-13-16,-20-8-5 15,-3 12 0-15,-29-2-2 16,2 10 3-16,-16 0 1 16,6 7-1-16,-19 4 1 15,18 7 1-15,-19-1-1 16,13 7 2-16,-16 2 1 0,24 1 1 16,-4 2 0-16,24 4-1 15,-7 2-19-15,22 2-21 16,-12 2-63-16,7 1-76 15,-23 11-210-15,13 0 0 16</inkml:trace>
  <inkml:trace contextRef="#ctx0" brushRef="#br0" timeOffset="29705.31">26417 6925 470 0,'-7'4'274'16,"7"-4"-12"-16,0 0-100 0,0 0-82 16,0-1-30-16,0-1-45 15,7-2-9-15,21-13-3 16,45-25 1-16,-31 21 2 15,10-1-1-15,-4 5 1 16,18-4 0-16,0-3 1 0,18 0 0 16,-2 1 0-16,20-8 2 15,-3-2 0-15,25-5 1 16,-8-2 1-16,22-12 0 16,-10 7 0-16,23-6-3 15,-13 5 2-15,25-2-2 16,-8 9 2-16,17-4-1 15,-24 9 1-15,17-3 2 16,-28 2-1-16,14-4 3 16,-20 4 0-16,14 0-2 15,-26 1 2-15,9 4 0 16,-30 7-2-16,2 1-1 16,-26 4 2-16,1 5-20 15,-25 3-20-15,-5 2-64 16,-19 5-66-16,-10 2-89 0,-14 5-39 15</inkml:trace>
  <inkml:trace contextRef="#ctx0" brushRef="#br0" timeOffset="30184.33">26805 7192 644 0,'-24'10'254'16,"18"-11"5"-16,6 2-165 15,0-2-110-15,0 0-24 16,0 0-6-16,12-3-1 15,27-13 23-15,57-22 11 16,-24 12 14-16,23-4 0 16,-1-1 0-16,36-6-1 15,-2-2 1-15,25-6-1 16,-2 2-1-16,33-9 1 16,-18 8 2-16,30-6 2 15,-13 2 3-15,15-6 10 16,-30 4 1-16,26-11 10 0,-25 8 5 15,17-6 3-15,-30 10-5 16,16-2 5-16,-34 14-7 16,0-1-7-16,-27 10-4 15,5 0-4-15,-29 13-6 16,-4-2-5-16,-23 6-4 0,-7 1-44 16,-20 4-46-16,-5-2-186 15,-10 1 6-15</inkml:trace>
  <inkml:trace contextRef="#ctx0" brushRef="#br0" timeOffset="50200.02">20436 8083 867 0,'-4'7'187'0,"2"-5"78"16,-3-7-263-16,3 4-31 16,2 1-5-16,0 0 5 15,0 0 4-15,0 0 10 16,0 0 22-16,0 0-6 16,0-1-8-16,1 0-5 15,20-4-4-15,54-13 0 16,-28 4 11-16,18-7 2 15,-2 1 3-15,14-5 1 0,-5 6 0 16,6-6-2-16,-5 5-1 16,17-1 1-16,-7 3-1 15,14-2 0-15,-14 4 0 16,1 2 0-16,-23 2 1 16,-6 4-2-16,-21 3-6 15,-2 2-84-15,-11 4-64 16,-5 9-68-16,-10 5-82 0</inkml:trace>
  <inkml:trace contextRef="#ctx0" brushRef="#br0" timeOffset="50549.39">20488 8468 634 0,'0'9'179'0,"5"-4"27"15,1-9-165-15,8-6-53 16,10-5-2-16,19-7 7 16,5-6 10-16,13-4 4 15,-1 1 2-15,13-3 1 16,-7 6-2-16,14-7-1 0,1 3 2 15,15-5-7-15,-11 6-1 16,5-2 0-16,-22 8 1 16,-9 3-5-16,-23 8 5 15,-8 4 0-15,-13 3-6 16,-3 4-86-16,-6 3-45 0,-4 0-77 16,-3-3-5-16,0 2-65 15</inkml:trace>
  <inkml:trace contextRef="#ctx0" brushRef="#br0" timeOffset="51200.35">21205 7528 630 0,'-11'9'161'15,"8"-14"43"-15,1 5-180 16,0-1-47-16,1-1-41 16,1 2-25-16,0 0 0 15,0 0 9-15,1 0 14 0,6 4 46 16,24 11 29-16,42 15 2 16,-24-15 0-16,-2-1-4 15,7 4-3-15,-8 1-5 16,-2 2 0-16,-7-1 0 15,-4 2 0-15,-9-2-1 16,3-1 0-16,-6-2 1 16,-2 1 0-16,-4-4 0 0,1-2 1 15,-4-3 3 1,-3 0 21-16,-3-6 21 0,-3-1 45 16,0 1 19-16,-3-3 23 15,0 0-16-15,0 0-15 16,0 0-44-16,0 0-22 15,-1 0-27-15,-1 0-9 16,1 0-6-16,0 0-3 16,-1 1 2-16,-11 22 0 15,-43 44 4-15,27-21-3 16,3 1 0-16,-8 13 1 16,3-2 2-16,-6 15 0 15,3-3 3-15,-4 11 2 16,12-10-1-16,0 1 1 0,8-20 0 15,4-10 4-15,8-18 5 16,2-6 10-16,2-9 5 16,2-5 5-16,-2 0-3 15,1-4-3-15,1 0-9 16,0 0 0-16,0-2-5 16,0 1-4-16,0 1-14 15,0 0-149-15,0 0-77 16,0 1-61-16,1 1-150 15</inkml:trace>
  <inkml:trace contextRef="#ctx0" brushRef="#br0" timeOffset="60611.74">21136 10553 664 0,'5'-3'136'16,"9"2"65"-16,18-6-190 15,9-4-6-15,15-2 5 16,4 0 1 0,9-4 1-16,-6 2-4 0,7-4-3 15,-3-3-1-15,15-4 5 16,-3 3-3-16,8-3 1 16,-9 6-1-16,5 1 0 15,-16 4-6-15,-2 3 0 16,-12 2 0-16,-4 3-10 15,-14 5-26-15,-6 1-93 16,-16-1-76-16,-2 5-15 0,-16 2-105 16</inkml:trace>
  <inkml:trace contextRef="#ctx0" brushRef="#br0" timeOffset="60912.31">21579 10730 572 0,'-25'14'225'16,"7"-5"43"-16,11-8-150 0,0 0-19 16,1 0-28-16,5 0-9 15,1-1-40-15,0 0-27 16,0 0-10-16,0 0-12 16,1 0 0-16,23-1 3 15,43-2 15-15,-22 0 4 16,2-2 3-16,14-3 3 15,-1-2 1-15,13-6 1 16,-5-2 2-16,8-5-2 16,-9 0-2-16,3-3 1 15,-10 4 0-15,-4 1-32 16,-13 6-38-16,0-8-200 16,-5-4 21-16</inkml:trace>
  <inkml:trace contextRef="#ctx0" brushRef="#br0" timeOffset="61298.34">21938 9993 1110 0,'-5'5'238'0,"2"-4"97"16,3 1-358-16,0-2-58 15,0 0-28-15,0 0-22 16,0 0 5-16,1 0 25 16,7 4 55-16,24 11 19 15,42 24 24-15,-25-13 0 16,-3 2 1-16,3 5 2 16,-6-1 0-16,2 2 0 15,-13-3 1-15,-2 3 0 16,-6-4 0-16,-1 5 2 15,-8-1-1-15,-1 2 2 16,-5-5 1-16,-7-1 3 16,-5-4 1-16,-12 5 2 15,-7 3 0-15,-17 14-1 16,-10 6-3-16,-25 29 4 0,-11 7-142 16,-37 31-90-16,0-5-11 15</inkml:trace>
  <inkml:trace contextRef="#ctx0" brushRef="#br0" timeOffset="85452.16">19790 4575 1061 0,'7'-4'256'16,"-6"1"84"-16,-1 3-304 15,0-1-57-15,0 1-24 16,0 0-37-16,0 0-23 16,-1 0-38-16,1 0 25 15,0 1 16-15,2 31 37 16,6 47 20-16,-5-23 39 15,-3 18 0-15,-1 1 1 0,-6 25 0 16,-3 8 3-16,-8 35 2 16,-2 4 0-16,-7 35 1 15,4-8 1-15,0 29-1 16,9-22 0-16,3 25-1 16,8-24-2-16,3 22 2 15,5-20-2-15,0 31 1 16,0-21 1-16,5 30 4 15,-2-24 0-15,2 25 3 16,1-26 1-16,2 29 1 16,1-21 5-16,-3 31 3 15,5-19-2-15,-3 40 7 16,-4-17-2-16,0 36-2 0,0-22-5 16,0 38 0-16,0-35-8 15,1 34-1-15,0-34-3 16,-4 38 2-1,-3-36-1-15,-4 31 4 0,-2-27 2 16,-2 35 6-16,-4-37 1 16,1 31 4-16,-1-31-1 15,1 21 0-15,1-38 3 16,0 25 3-16,-1-42-1 16,-1 20 4-16,0-36 1 0,-2 24-6 15,3-34-5-15,-1 24-3 16,4-30-3-16,-1 16-6 15,3-30 3-15,0 7 0 16,2-33-2-16,-6 3 16 16,4-34 12-16,0-3 3 15,-3-33 1-15,4-7 2 16,-2-30-17-16,0-6-5 16,-2-20-5-16,0-1 18 15,1-11 7-15,0-1 12 16,1-4 2-16,1-2 5 15,1-4-19-15,-1-2-4 16,3-2-12-16,-1 0-8 16,0 0-8-16,0 0-3 15,0-1-2-15,0 1-2 16,1 0 0-16,0-1 0 0,0 1-1 16,0 0-11-16,0 0-13 15,0 0-57-15,0 0-68 16,0 0-247-16,1-1 13 15</inkml:trace>
  <inkml:trace contextRef="#ctx0" brushRef="#br0" timeOffset="88732.14">957 6448 798 0,'-13'2'170'16,"28"-1"61"-16,5 13-224 15,17 13-42-15,27 18 1 16,13 9 27-16,17 24 1 16,-8 3 5-16,11 30 5 15,-16-9-1-15,0 25 1 16,-18-12-1-16,-8 5-1 0,-19-36-1 15,-8-10 3-15,-18-33 7 16,-5-17 72-16,-5-21 37 16,-19-17-27-16,-6-16-14 15,-11-35-24-15,-3-16-81 16,-8-34-45-16,12-4 28 16,9-9 12-16,8 24 19 15,4 4 16-15,11 29 12 16,4 9 2-16,1 22-6 0,9 10-4 15,4 13-8-15,13 9-9 16,5 9-1-16,15 9 2 16,2 8 2-16,9 10 2 15,-6 8 3-15,7 10 1 16,-8 4 0-16,5 7 2 16,-8-4 1-16,1 3 2 15,-13-18 1-15,-8-8 0 16,-13-13 3-16,-7-9 3 15,-7-9-5-15,-5-12 33 16,-1-21-332-16,-9-48 114 16</inkml:trace>
  <inkml:trace contextRef="#ctx0" brushRef="#br0" timeOffset="88901.14">1969 5726 974 0,'-5'-27'184'16,"4"16"64"-16,13 18-291 15,18 16-11-15,14 14 2 16,33 33 11-16,13 20 37 16,24 35 9-16,-2-3 8 15,17 30-142-15,-20-12-113 0,6 13-11 16</inkml:trace>
  <inkml:trace contextRef="#ctx0" brushRef="#br0" timeOffset="89519.33">2369 6811 686 0,'-29'12'374'0,"1"-5"-19"16,6-7-169-16,-6-5-62 15,0-2-64-15,-12-8-37 16,-3-7-14-16,-9-15-8 16,4-10-13-16,1-22-9 15,13-6-3-15,11-12-4 16,15 4 6-16,14-3 0 16,12 14 7-16,11-4-1 15,6 14 4-15,15 6-8 16,4 15 0-16,12 19-9 15,-2 22 4-15,7 22-1 0,-8 14 9 16,2 19 2-16,-13 5 11 16,3 24-46-16,-12 4-84 15,4 24-164-15,-14-7-20 16</inkml:trace>
  <inkml:trace contextRef="#ctx0" brushRef="#br0" timeOffset="90384.15">2503 8871 1001 0,'0'12'142'0,"22"10"121"16,9 5-305-16,25 21 8 15,9 6 21-15,13 17 12 16,-7-4 4-16,2 7 1 16,-20-9 1-16,-2 4-7 15,-15-16-9-15,-8-6-14 16,-16-17 2-16,-4-9 19 16,-11-14-74-16,-21-29-140 15,-10-22 5-15,-6-46-1 16,-7-13-17-16,-2-34 151 15,20 17 197-15,8 18 75 16,10 46 20-16,7 16 6 16,4 33-80-16,4 8-58 15,12 9-67-15,18 11-23 16,11 9-6-16,25 19 12 0,8 4 10 16,10 11 1-16,-13-4 2 15,-4 1 1-15,-19-12-3 16,-15-8 3-16,-18-19 1 15,-8-6 22-15,-9-11 21 16,-6-7 76-16,-7-5-17 0,-13-16-11 16,-9-10-22-16,-19-20-23 15,-3-8-76-15,-6-21 12 16,10 8 9-16,10 1 8 16,20 19-2-16,11 3-2 15,18 24-1-15,17 4-8 16,11 7-9-16,23 4 0 15,9 7 2-15,15 12 1 16,0 9-5-16,11 13-103 16,-12 5-89-16,-3 10-145 15,-19-8-87-15</inkml:trace>
  <inkml:trace contextRef="#ctx0" brushRef="#br0" timeOffset="90655.38">3228 7799 920 0,'15'-43'216'15,"9"5"72"-15,15 3-281 16,20-3 10-16,8 8-21 16,16 8-1-16,0 19 4 15,6 18-8-15,-15 18-5 16,-2 30-1-16,-16 14-4 15,-10 6-2-15,-16-12 10 16,-6-15-1-16,-11-29 4 16,6-27 11-16,9-30 10 0,24-51 10 15,9-24 5-15,21-67 21 16,-6-18-321-16,-9-16 106 16</inkml:trace>
  <inkml:trace contextRef="#ctx0" brushRef="#br0" timeOffset="91363.93">4321 11977 1214 0,'-24'-24'294'16,"10"16"90"-16,14 7-375 15,8 6-32-15,8 7-22 0,27 25-4 16,16 11 10-16,27 24 15 15,7 6 25-15,8 9 4 16,-17-16-1-16,-8-1-2 16,-25-22-2-16,-16-11-5 15,-16-15-6-15,-9-11 0 16,-10-11 6-16,-14-17-8 16,-9-16 3-16,-18-25 4 15,-8-15 2-15,-7-21-5 16,4 4 15-16,13 4 9 15,17 25 1-15,13 9-3 16,16 25-2-16,17 4-10 16,6 10-10-16,17 1-2 15,5 9 4-15,13 6 0 16,-4 9 4-16,8 9 5 16,-10 5 2-16,-1 6 1 0,-17-2-1 15,-8-2-15-15,-14-8-7 16,-9-6 2-16,-5-11 0 15,-7-5 21-15,-4-13 12 16,-15-21 11-16,-7-11 7 16,-15-22 17-16,2-3-5 15,2 2 15-15,15 19-2 0,6 9-12 16,15 23-21-16,11 2-22 16,9 6-15-16,22 4-6 15,12 7 0-15,28 11 6 16,5 8 8-16,19 16-8 15,-8 6-31-15,5 10-124 16,-18 0-229-16,-13 17-2 16</inkml:trace>
  <inkml:trace contextRef="#ctx0" brushRef="#br0" timeOffset="91771.31">5294 10721 853 0,'7'-85'175'0,"4"-1"85"0,15 14-257 16,1 0-3-16,3 19-3 16,7 7-5-16,1 16-5 15,7 12-14-15,-1 15-5 16,9 17-8-16,-1 18 1 15,8 26-3-15,-6 15 15 16,5 30 5-16,-12 2 8 16,-2 2 6-16,-15-23 6 15,-6-20 1-15,-7-32 2 0,3-24 5 16,2-25 43-16,9-32 30 16,5-13 6-16,12-29 10 15,0 1-2-15,7-7-44 16,-2 20-29-16,14 11-4 15,-7 27-11-15,11 16 2 16,-11 25-4-16,1 34 1 16,-19 28 0-16,-7 51-15 15,-24 23-37-15,-7 63-257 16,-17 12 60-16</inkml:trace>
  <inkml:trace contextRef="#ctx0" brushRef="#br0" timeOffset="92638.24">7559 14045 1006 0,'94'65'138'16,"-25"-2"132"-16,23 20-332 15,8 10 60-15,21 9 2 16,-17-25 2-16,5 11 1 16,-26-20 2-16,-7-6 3 15,-28-19 0-15,-12-10 14 16,-20-16 8-16,-15-9 15 15,-14-13-5-15,-18-15 2 16,-6-12-7-16,-22-22 3 16,-1-12-7-16,0-19 11 15,14 0-2-15,2-11-4 16,26 13-13-16,11-5-10 16,13 19-10-16,20 2-6 15,13 19-5-15,29 5-2 0,14 20 1 16,26 10 3-16,-3 12 6 15,21 6 3-15,-19 9 3 16,-3 7 2-16,-26 2 1 16,-7 8-5-16,-28-1-2 15,-11 0-5-15,-15-8-2 16,-6-5-5-16,-9-11 2 0,-5-9 1 16,-6-9 9-16,-7-18 19 15,-7-11 11-15,-5-18 10 16,2 1 2-16,2 1 0 15,9 17-19-15,8 10-14 16,7 14-11-16,12 4-7 16,5 4-6-16,14 0-2 15,7 1 5-15,19 5 3 16,3 5 4-16,17 3 2 16,-5 0 3-16,5 3-11 15,-13 0-23-15,-5-3-69 16,-17-4-48-16,-10 3-171 15,-13-4-34-15,-13-11 1 16,-12-9 96-16,-10-22 128 16,-8-16 211-16,-9-31 99 15,-3-6 29-15,-3-32-12 0,5 10-73 16,9-8 10-16,12 27-35 16,19 6 11-16,13 36-16 15,13 9-7-15,5 19-50 16,20 0-20-16,6 12-18 15,29 9 1-15,1 6 0 16,18 13 6-16,-10 8-22 16,10 6-105-16,-22 2-100 15,-3 8-106-15,-28-6-111 0</inkml:trace>
  <inkml:trace contextRef="#ctx0" brushRef="#br0" timeOffset="93132.1">10164 11846 1031 0,'0'-15'222'0,"15"19"87"15,11 8-303-15,31 18-13 16,13 13-2-16,30 26 10 16,4 10 7-16,18 19 5 15,-18-7 3-15,-3 5-19 16,-22-18-20-16,-13-6-13 15,-32-25-7-15,-12-10-1 16,-17-21 9-16,-23-11-45 0,-14-16-63 16,-28-19-4-1,-10-11 8-15,-25-18 23 0,2-12 94 16,-12-8 122-16,10 3 16 16,-9-2 57-16,17 12 51 15,-2 10-25-15,21 15-32 16,10 14 4-16,19 15-62 15,7 11-75-15,10 9-19 0,-1 24-36 16,6 15-18-16,4 28-10 16,6 0 7-16,14 4-1 15,9-23 12-15,14-14-3 16,6-32 5-16,19-31 5 16,5-27 24-16,28-54 24 15,4-30 9-15,21-56 2 16,-7 1-2-16,12-25-11 15,-25 37-17-15,-6 18-16 16,-32 56-18-16,-12 22-80 16,-26 48-119-16,-18 41-154 15,-26 31-53-15</inkml:trace>
  <inkml:trace contextRef="#ctx0" brushRef="#br0" timeOffset="94172.5">1068 8221 209 0,'-18'-79'256'0,"3"14"27"16,-1 29-35-16,2 12-7 15,5 17-76-15,-1 4-52 16,-2 6-100-16,-4 14-36 15,-4 12-11-15,0 29-7 16,0 19 7-16,-1 40 3 16,6 12 15-16,5 52-2 15,7 4 6-15,7 45-1 16,5-18 2-16,11 17-2 16,6-43 9-16,9-15-4 15,-4-57 5-15,11-20 2 16,-4-41 2-16,7-16-2 15,-2-22 3-15,19-15 1 16,-2-15 2-16,11-14 2 16,-6-8-1-16,3-11 3 15,-14 1 1-15,1-1 1 0,-12 12-18 16,-1 8-100-16,-6 21-48 16,3 33-111-16,-3 30-80 15</inkml:trace>
  <inkml:trace contextRef="#ctx0" brushRef="#br0" timeOffset="94768.12">2343 10144 698 0,'8'-14'246'0,"-12"11"20"15,-6 14-188-15,-5 24-74 0,-1 16-26 16,-4 34-16-16,5 14-1 15,1 34 4-15,4-1 16 16,5 22 4-16,4-9 7 16,9 36 1-16,8-9 0 15,12 36 1-15,4-6 2 16,14 22 0-16,-3-26 4 16,11 13 1-16,-3-38 2 0,17 11 1 15,-6-25 0-15,20 12-2 16,-9-27-1-16,13 7 0 15,-10-29 1-15,14-4-1 16,-7-35 2-16,13-17 1 16,-11-29 0-16,11-25-1 15,-11-27 1-15,10-28 12 16,-10-14 8-16,7-26 6 16,-14 2 3-16,0-16 1 15,-16 13-11-15,2-10-6 16,-12 17-6-16,-1-3 2 15,-9 22-2-15,-9 10-4 16,-10 20-14-16,-8 12-38 16,-9 14-27-16,1 21-34 15,2 19-77-15,11 32-74 16,1 14 5-16</inkml:trace>
  <inkml:trace contextRef="#ctx0" brushRef="#br0" timeOffset="95382.72">5061 13369 775 0,'-1'-27'310'0,"-8"23"27"15,4 7-231-15,-4-1-18 16,-4 5-68-16,-3 17-49 15,3 14-20-15,4 28-5 16,9 21 8-16,12 38 5 16,8 14 19-16,17 43-3 15,7 3 4-15,13 47-4 16,0-10 2-16,16 32 1 0,-5-27 12 16,11 20 2-16,-2-41 6 15,12 12 3-15,-8-45 2 16,6-1 0-16,-7-42-1 15,17-7-2-15,-5-39 0 0,21-11-2 16,-4-28 0-16,21-23-3 16,-11-22 2-16,18-31-1 15,-10-33 1-15,20-41 3 16,-23-16 3-16,13-48 8 16,-18 6 2-16,3-22 2 15,-24 25-3-15,1 1 0 16,-26 44-6-16,-12 9-1 15,-21 42 3-15,-10 18 6 16,-16 23 5-16,-4 9 3 16,-6 12-19-16,3 26-274 15,1 29 81-15</inkml:trace>
  <inkml:trace contextRef="#ctx0" brushRef="#br0" timeOffset="98832.31">2185 4480 331 0,'-44'6'147'0,"-9"5"24"0,9 4-90 16,-7 5 9-16,11 2-26 16,-6 7-8-16,3 1-26 15,-6 5 11-15,5-2-15 16,-13 8-7-16,3-3-1 16,-8 12 0-16,4-4-16 15,-10 13-1-15,4-7 4 16,-9 6 2-16,13-7 1 15,-10 6 1-15,11-10 5 0,-1 5 1 16,10-8 1-16,-3 4 5 16,14-8 0-16,2 10 1 15,8-7-1-15,-4 8-5 16,5-2-7-16,-3 7-3 16,4-5-6-16,-3 10-3 15,5-8 2-15,0 9 0 16,4-3 1-16,-1 14-3 15,4-10 1-15,-1 11-1 16,1-6 0-16,-3 12 0 16,2-5 1-16,5 16 0 15,5-10 0-15,1 14 0 16,3-12 2-16,1 7 0 16,-1-12 0-16,2 11 0 0,3-14-1 15,3 9-1-15,-1-11 0 16,3 6-2-16,-2-6-1 15,10 10 0-15,-1-8 0 16,7 6-2-16,-2-11 2 16,2 6 0-16,-3-10-1 15,7 6-3-15,1-8 0 16,7 3-6-16,1-17 1 16,9 2 0-16,-3-10 1 0,1 0-1 15,-4-8 1-15,7 5-6 16,-4-9-2-16,7 0 2 15,0-7 3-15,11 1-2 16,-7-8 6-16,13-3 2 16,-4-7-2-16,7-6-2 15,-8-7 8-15,9-7 0 16,-12-4 2-16,8-9 2 16,-3-2 2-16,15-3 0 15,-9 0 1-15,7-6-2 16,-8 4 1-16,4-7-1 15,-15-2 1-15,14-10 0 16,-9 2 1-16,15-13-1 16,-5 3 1-16,8-11 0 15,-14 5-1-15,10-24 0 0,-12 5 1 16,9-17-2-16,-5 5 1 16,7-10 0-16,-11 13 0 15,5-6-2-15,-15 11 2 16,-3 0-1-16,-9 15 0 15,2-10 2-15,-12 9 1 16,0-13-1-16,-1 1 2 0,-2-11 1 16,-7 14 1-1,-4-12 6-15,-8 16 19 16,-12-7 13-16,-5 8 6 0,-12 0 6 16,-2 12-7-16,-8-17-20 15,4 6-13-15,-7-12-9 16,2 3-3-16,-8-1 6 15,1 18 9-15,-13-2 39 16,-3 19 19-16,-15-5-1 16,-1 9-8-16,-9 0 9 15,5 8-39-15,-13 0-15 16,9 9 8-16,-13 3 1 16,6 10-12-16,-11 3 10 15,10 7-6-15,-14 8-25 16,11 11-46-16,-17 16-314 15,-2 19 64-15</inkml:trace>
  <inkml:trace contextRef="#ctx0" brushRef="#br0" timeOffset="99935.16">2406 5168 647 0,'-20'18'176'16,"1"-8"55"-1,5-5-188-15,1-2 5 0,5-5-19 16,1-24-8-16,5-14-11 15,-1-31-4-15,1-14-11 16,4-24 2-16,-2-6 3 16,1-19 1-16,-1 15 1 15,-3-20 0-15,-1 9 1 0,-2-6 7 16,-1 23 6-16,0-15 11 16,0 19 2-16,2-5 19 15,0 19-1-15,-2 4 0 16,0 24-5-16,0 10 2 15,3 20-19-15,-2 7 0 16,1 11-6-16,2 9-7 16,0 5-8-16,2 5-12 15,1 3-17-15,-1-3-41 16,0 0-9-16,0 1-40 16,-2 8-28-16,-5 13-109 15,-11 38-7-15,4-42-53 16</inkml:trace>
  <inkml:trace contextRef="#ctx0" brushRef="#br0" timeOffset="100338.14">1681 2158 521 0,'-7'-40'250'15,"-1"12"0"-15,-6 17-101 16,11 4-132-16,0 6-20 0,1 10-27 16,3 9-15-1,1 25-2-15,1 9 15 0,3 22 12 16,0 7 13-16,7 20-2 16,3-10 6-16,11 9 0 15,6-12 2-15,10-11-2 16,-2-27 1-16,11-16-2 15,-4-21 2-15,3-18 1 16,-4-12 6-16,8-17 3 16,-7-5 3-16,5-13-1 15,-5-1-1-15,-1-2-1 16,-11 12-4-16,-6 5 0 16,-13 16-1-16,-6 10 0 15,-7 7-4-15,-1 6-35 0,-5 2-54 16,1-3-63-16,1 1-56 15,0 21-53 1</inkml:trace>
  <inkml:trace contextRef="#ctx0" brushRef="#br0" timeOffset="100729.49">2391 2013 875 0,'-15'-12'250'0,"5"5"47"16,6 4-274-16,1 4-37 16,3 4-53-16,0-5-6 15,0 1 4-15,0 29 7 16,4 40 42-16,4-27 14 16,4-6 1-16,4 1 0 15,3-13 0-15,4-6-7 16,0-10-1-16,7-13 2 15,-3-11 1-15,9-18 2 16,-3-7 7-16,0-16 3 16,-10 1 0-16,-2 1 4 15,-13 13 9-15,-9 3 20 16,-6 13 10-16,-12 7 7 16,-5 6-4-16,-14 6-22 0,-4 7-22 15,-9 14-17 1,3 10-8-16,-1 6-10 0,11 2-15 15,9 4-197-15,15-10-4 16,12-10-90-16</inkml:trace>
  <inkml:trace contextRef="#ctx0" brushRef="#br0" timeOffset="101425.52">2532 1575 773 0,'-3'4'178'16,"1"-5"46"-16,8 7-226 15,-6-6-32-15,1 1-1 16,26 20 6-16,49 47 13 16,-35-32 11-16,8 2-2 15,-6-6 3-15,7 0 0 16,-10-5 4-16,4-3 1 15,-7-7 0-15,-6-2-2 16,-11-10 1-16,-5-2 3 16,-11 1 11-16,-3-9 33 0,-6-9-1 15,-8-26-6-15,-1-13-5 16,-4-29-8-16,-2-2-33 16,-1-5 19-16,6 28 15 15,2 7 16-15,4 27-2 16,3 11-7-16,3 11-25 15,6 3-31-15,3 5-19 0,-6-3-3 16,2 0 5 0,31 16 5-16,37 17 22 15,-20-14 5-15,-4-4 5 16,8-1 2-16,-6-10 6 0,6-5 3 16,-9-11-1-16,-5-12 5 15,-12-12 2-15,-5-17 3 16,-11-12 0-16,-6-15 2 15,-6 0-3-15,-9-5 3 16,-7 14-3-16,-14-8 5 16,-8 13 5-16,-14-5 22 15,-5 8 4-15,-5 1 25 16,10 18 8-16,6 8 10 16,19 16-24-16,10 5-27 15,13 9-41-15,7 7-46 16,9 2-47-16,20 18 16 15,13 8 12-15,26 16 11 0,10 12 29 16,24 18 31-16,-8-4-12 16,11 12-36-16,-14-8-30 15,-7 1-94-15,-27-14 1 16,-16-11-50-16,-24-21 68 16,-31-7-113-16,-23-23 105 15</inkml:trace>
  <inkml:trace contextRef="#ctx0" brushRef="#br0" timeOffset="101541.96">3294 1148 620 0,'-33'-4'400'16,"24"-33"-86"-16,20-22-60 15,16-22-272-15,31-35-61 16,17-16-36-16,25-14-199 16,-1 19 9-16</inkml:trace>
  <inkml:trace contextRef="#ctx0" brushRef="#br0" timeOffset="102011.3">2520 4650 977 0,'-4'24'249'0,"-1"-12"51"15,5-10-315-15,6-8-63 16,4-2-7-16,17-21-1 16,7-18 26-16,22-31 38 15,1-9 28-15,11-25 0 16,-9 9-3-16,3-2-2 16,-16 24 1-16,0 2 0 15,-9 27-1-15,0 8 0 16,-11 21 0-16,-2 8-2 15,-7 9-2-15,-1 4 0 16,-3 5-4-16,2 4-23 16,0 3-34-16,5 10-173 15,-5 5 0-15,-9 4-91 16</inkml:trace>
  <inkml:trace contextRef="#ctx0" brushRef="#br0" timeOffset="102296.06">3645 2947 968 0,'12'-12'184'0,"-7"9"91"15,-4 3-301-15,0 0-2 16,-1 0-1-16,0 0 0 15,0 0 9-15,0 0 4 16,0 0 4-16,0 0-10 16,0 0-3-16,0 0-6 15,1 1-23-15,0 0-53 16,14 11-23-16,5 7-98 16,33 35 5-16,-30-37-44 15</inkml:trace>
  <inkml:trace contextRef="#ctx0" brushRef="#br0" timeOffset="103333.36">3765 2596 882 0,'-35'-20'262'0,"1"8"68"16,1 6-274-16,8 4 10 15,1 5-39-15,8 10-43 16,1 15-13-16,6 9-1 15,2 20-3-15,6 2 5 0,5 13 1 16,6-7 11-16,2 10 3 16,0-15 1-16,5 5-3 15,0-18-1-15,16-6-19 16,1-21-2-16,15-12 5 16,1-14 6-16,17-11 5 15,-6-6 17-15,12-1 1 16,-6 7 0-16,3 4-3 15,-14 13-1-15,-6 13-3 16,-13 12 0-16,-8 18-3 16,-16 4 5-16,-10 21 4 15,-10 1 5-15,-8 5 7 16,-3-17 7-16,-1-7 18 16,8-23 5-16,4-14 24 15,2-10 6-15,2-5 9 16,-2-1-20-16,4 2-15 15,0-1-29-15,-4-16-20 16,1-19-15-16,9-47-6 0,15 35 3 16,14-1 1-16,4 7 5 15,8-2 3-15,-3 11 8 16,8-5 2-16,-4 4 4 16,11-6 3-16,-5 3-1 0,5-6 1 15,-6 0 1-15,2-10 1 16,-11-3 0-16,-2-15 2 15,-6-1 0 1,-8-8 4-16,-12 12 5 0,-7 7 20 16,-11 20 13-16,-11 7 17 15,-3 13 2-15,-9 2 9 16,2 6-14-16,-5 6-14 16,5 2-21-16,-4 6-15 15,9 4-21-15,-1 7-16 16,4 6-5-16,5 14 2 15,8 3 6-15,7 16 2 16,7-6 7-16,14 1-1 16,4-13-1-16,11-11 0 15,0-17 1-15,10-15 1 16,-2-17 6-16,9-21-9 0,-8-10-31 16,2-23-88-16,-12 0-97 15,-9-11-83-15,-18 14 67 16,-12 5 191-16,-10 23 117 15,-10 3 150-15,-2 17 95 16,-3 0-52-16,6 8-160 16,3 0-38-16,11 7-59 15,11-3-20-15,15 6-6 16,15-9-5-16,11 2 9 16,21 3 3-16,5 5 4 15,20 8 3-15,-6 13 5 0,7 5-1 16,-19 6 2-16,-13 2 1 15,-28-1 0-15,-9-5 24 16,-20-5 23-16,-10-5 38 16,-13-2 24-16,-5-8 23 15,-4-4-19-15,-3-16-24 16,3-17-37-16,1-35-30 16,5-14-28-16,15-26-27 15,7 9-29-15,19-2-51 16,9 29-63-16,25 20-185 15,-1 31 12-15</inkml:trace>
  <inkml:trace contextRef="#ctx0" brushRef="#br0" timeOffset="103969.43">2589 4890 917 0,'-3'-2'192'0,"2"-2"60"16,3 0-272 0,-2 3-25-16,1 0-1 0,26-3 5 15,48-4 24-15,-22 7-3 16,5 2 7-16,27 8-1 16,3 5 1-16,31 14-1 15,0 4 7-15,28 18 3 16,-8 2 1-16,19 10 0 15,-18-9 3-15,25 7 3 16,-16-13-1-16,22 0 0 16,-13-7-1-16,18 2 2 15,-22-6-1-15,16 6-1 16,-31-6-1-16,-3 4 1 16,-30-8 1-16,-9 1-1 15,-32-10 2-15,-7-5 5 16,-19-3-7-16,-9-8-68 0,-13-4-25 15,-15-12-135-15,-19-13-32 16</inkml:trace>
  <inkml:trace contextRef="#ctx0" brushRef="#br0" timeOffset="104762.29">5504 5055 714 0,'12'10'439'0,"-3"-1"-115"16,-13-12-70-16,26 25-315 15,11 8 2-15,17 14 8 16,10 9 35-16,15 15 9 0,-7-11 5 16,10 6 1-16,-10-8-1 15,10 4-6-15,-15-10-9 16,-1 1-21-16,-16-12-4 15,-6-3-6-15,-19-12 10 16,-7-10 27-16,-9-6 39 16,-9-6 15-16,-11-7-1 15,-30-12-52-15,-16-11-19 16,-31-25-5-16,-10-12-3 16,-13-24 18-16,22 1 60 0,1-16 9 15,26 10-12-15,10-15-5 16,19 12-10-16,9-6-14 15,18 19-5-15,6-3-15 16,8 24-2-16,6 4-10 16,2 14-4-16,1 8-12 15,1 11 2-15,2 10-33 16,2 12-14-16,6 19-15 16,2 17 13-16,8 33 6 15,-1 16 33-15,2 25 24 16,-3 1 17-16,2 13 1 15,-9-24 3-15,1-3 1 16,-6-24 1-16,-6-8 5 16,-7-24 5-16,1-5 10 15,-5-15 3-15,1-3-1 0,-2-8-3 16,4-4-7-16,1-3-9 16,10-8-1-16,6-4 3 15,13-6 4-15,3-2 1 16,12-3 1-16,-4 5-1 15,10 0-2-15,-8 7-4 16,13-1 7-16,-7 6-1 16,9-3-49-16,-4 4-45 0,9-4-124 15,-16-3-27-15</inkml:trace>
  <inkml:trace contextRef="#ctx0" brushRef="#br0" timeOffset="105650.26">6538 4631 846 0,'14'2'180'0,"-5"2"60"15,-9-4-256-15,13 6-25 16,4 1 3-16,8 2-1 16,4 1 20-16,7 4 12 15,-5-3 6-15,4-2 2 16,-8-5 2-16,6 1 0 15,-8-9 1-15,-2-3 0 0,-10-3 2 16,-3-8 4-16,-7-5 2 16,-6-5 7-16,-5-1 3 15,-5-2 10-15,-5 4 10 16,-9 2 4-16,0 8 7 16,-9 3-3-16,2 12-12 15,-9 3-11-15,5 10-2 16,-4 8 4-16,11 3 6 0,2 12-5 15,15 7-2-15,11 4-15 16,11-2-18-16,16 7-10 16,6-11-1-16,10-1-2 15,5-10 7-15,15-5-2 16,-2-15 2-16,18-12-15 16,3-13-13-16,8-20-59 15,-11-8-38-15,-5-19-92 16,-21-1-54-16,-17-12 10 15,-24 10 110-15,-17-1 169 16,-11 21 134-16,-12 1 119 16,-2 15 23-16,-4 3-9 15,9 9-112-15,4 2-30 16,11 9-46-16,4 6-30 16,8 2-55-16,8 4-31 0,4 9-14 15,12 8-5-15,10 5 9 16,23 19 15-16,5 4 13 15,21 7 3-15,5 0 6 16,13 8 2-16,-13-10 2 16,7 0 1-16,-20-11 1 15,-9-8 1-15,-21-16 0 16,-9-5 9-16,-20-9 7 16,-7-4 22-16,-7 0 21 15,-4-3 38-15,1 1-7 0,0-1-10 16,-38-11-32-16,-65-36-32 15,22 10-37-15,-31-16-1 16,4-3 4-16,-6-13 11 16,17 7 12-16,3-4-1 15,32 9-1-15,11-10-5 16,19 9-5-16,14-7-4 16,14 4-3-16,10-4-3 15,6 14 1-15,10 3-10 16,4 16-5-16,11 6-11 15,0 13-2-15,13 7-8 16,2 14 3-16,8 12-33 16,-8 12 2-16,-8 31 1 15,-19 21-7-15,-34 50-123 16,-21 33-77-16,-49 52-11 0</inkml:trace>
  <inkml:trace contextRef="#ctx0" brushRef="#br0" timeOffset="108074.05">3312 234 453 0,'-25'-18'112'0,"-11"0"66"15,2 2-146-15,-10 1 26 16,-6 14-18-16,-13 6-13 15,4 10-25-15,-11 11-2 16,4 4-2-16,-8 9 4 16,10-3 1-16,-16 0 5 0,12 0 3 15,-7 2 6-15,8-6-2 16,-14 9-1-16,8 1-5 16,-21 11-3-16,8 6-7 15,-10 16 0-15,11-4 0 16,-6 19 0-16,15-7 0 15,-7 17-1-15,10-10 0 16,-3 22 0-16,10-14-1 0,-8 17 1 16,11-17 0-16,-2 18-1 15,7-17 1-15,-5 10 0 16,15-15-1-16,-2 7 0 16,8-16 1-16,6 7-2 15,11-14 0-15,3 8 0 16,7-11 0-16,6 8-1 15,4-11 1-15,0 5-2 16,4-12-1-16,1 6 2 16,2-8 1-16,1 11-1 15,3-8 2-15,5 8 1 16,3-12-1-16,7 3 1 16,1-11 0-16,5 2 1 15,2-10-1-15,4-1-3 0,1-7-1 16,11-4-1-16,-1-10-1 15,16-8 0-15,0-8 1 16,15-12 3-16,-2-11 3 16,20-13 1-16,-9-2 2 15,18-8 0-15,-8 5-1 16,12-9 0-16,-11 6-2 16,21-10 1-16,-15 0-1 15,16-21-1-15,-7 0 0 16,22-20 2-16,-19 3-1 0,11-20 3 15,-10 8 0-15,10-16 3 16,-24 12 0-16,7-13 3 16,-12 14 0-16,6-12 2 15,-14 14 1-15,5-9 6 16,-14 11 3-16,3-18 17 16,-20 13 8-16,-4-10 18 15,-18 9-1-15,-2-12 14 16,-12 19-13-16,-5-13 6 15,-10 18-4-15,-5-2 15 16,-10 21-14-16,-9-1 9 16,-7 14-15-16,-7-7-7 15,-2 9-19-15,-8-7-5 16,3 4-12-16,-12-3-1 16,-3 12-12-16,-13 2-5 15,-1 9-4-15,-14 0-1 0,8 18-3 16,-3 5 1-16,8-1 3 15,-6-2-1-15,8 9-1 16,-10 3 1-16,6 0 0 16,-3 11-3-16,9 4-1 15,-7 16-5-15,2-11-1 0,-16 18-13 16,3 4-6-16,-14 31-29 16,13-2-26-16,-8 42-72 15,16-3-34-15,3 32-118 16,15-15-17-16</inkml:trace>
  <inkml:trace contextRef="#ctx0" brushRef="#br0" timeOffset="109114.81">5990 821 442 0,'-99'63'122'16,"37"-51"32"-16,4-2-123 15,-14 13-1-15,6 3-6 16,-15 2-2-16,7 1-1 0,-9 14-5 16,10-6-8-16,-16 10-5 15,12 4-1-15,-13 13-3 16,7-1 0-16,-13 10-1 16,13 0 2-16,-16 13-2 15,11 3 1-15,-16 12 0 16,15-2 2-16,-22 21-1 15,12-5-1-15,-15 13 0 16,16-12 1-16,-11 12-1 16,24-21-1-16,2 2 0 15,21-19 1-15,-3 9-2 16,18-13 1-16,3 12 0 16,8-8 0-16,2 13-1 15,7-10 1-15,0 16-2 16,3-11 2-16,5 11-2 15,5-12 0-15,7 10-1 0,7-18 1 16,10 6-3-16,4-22 0 16,9 3-2-16,2-18 2 15,8 3-3-15,-2-17 2 16,14 1-3-16,-1-12 0 16,17-2-1-16,4-10 2 15,18-9-4-15,0-15 2 16,25-13-3-16,-2-13 1 0,17-18-5 15,-11-9 6-15,18-24 2 16,-15-6 4-16,13-25 3 16,-19-2 5-16,27-32-1 15,-12 6 3-15,10-24 3 16,-11 7 8-16,18-19 28 16,-24 18 15-16,6-26 25 15,-17 25 9-15,6-23 12 16,-23 16-20-16,0-11 3 15,-23 25-19-15,1-19 3 16,-22 34-9-16,-9-5 5 16,-15 21-9-16,-10-3 6 15,-15 30 2-15,-17-1 2 16,-8 22-14-16,-25 11-14 0,-13 26-17 16,-29 10-25-16,-5 18-24 15,-33 25-9-15,4 18 3 16,-16 22-13-16,21 12-11 15,-9 19-49-15,40-4-30 16,5 26-108-16,29-2-73 16,14 32-25-16</inkml:trace>
  <inkml:trace contextRef="#ctx0" brushRef="#br0" timeOffset="110142.13">7747 3774 869 0,'-12'-41'191'16,"-9"-2"127"-16,-5 8-264 0,-1-5 31 0,0 7-10 16,-11 0-12-16,-1 4-44 15,-13-5-14-15,-4 8-13 16,-15-7-5-16,4 9-2 15,-18-3-2-15,3 6 6 16,-15 4 0-16,6 7 0 16,-10 3 1-16,8 6 1 0,-11 7 1 15,12 3 2-15,-12 9-2 16,8 5-3-16,-10 13-2 16,7 9 0-16,-9 17-2 15,11 1 3-15,-9 11 3 16,15-5 2-16,-6 12 0 15,10-8 2-15,0 17-2 16,11-1 1-16,-2 16-2 16,14-7 2-16,-5 14-3 15,10-12 2-15,-1 15-3 16,11-9 2-16,6 20-1 16,14-8 2-16,6 11-3 15,9-10 3-15,10 14-2 16,8-15 0-16,5 5-1 15,7-12 3-15,14 10-4 16,5-18 1-16,18 6-4 0,5-13 1 16,11 2-3-16,0-17 3 15,12 0-1-15,-7-13 4 16,20 0-3-16,-4-12 2 16,15-2-2-16,-4-11 1 15,23-10-3-15,-12-15 5 16,22-13-4-16,-6-12-1 0,20-25-3 15,-20-15 3-15,23-21 1 16,-15-6 5-16,16-22 2 16,-19 6 3-16,20-18 0 15,-16 6 1-15,12-23 0 16,-15-1 3-16,19-31 3 16,-26 11 0-16,5-25 12 15,-20 13 9-15,1-9 9 16,-32 24 3-16,1-14 9 15,-21 28-7-15,-5-2 1 16,-24 20 14-16,-5 3 26 16,-13 22 2-16,-14-6 20 15,-11 21 19-15,-10-4-4 16,-11 15-27-16,-15-8 5 16,-9 10-26-16,-26-5-37 15,1 9-19-15,-21-7-8 0,0 16-18 16,-17 0 1-16,13 10 6 15,-15 2-5-15,11 10 1 16,-17 9-27-16,15 9-15 16,-11 10-66-16,11 10-44 15,-11 18-246-15,20 6 30 16</inkml:trace>
  <inkml:trace contextRef="#ctx0" brushRef="#br0" timeOffset="116865.88">3985 1373 747 0,'-8'14'232'0,"-1"-6"30"16,6-13-239-16,2 10-59 15,2-5-50-15,-1 0-9 16,0 0 7-16,0 0 18 0,1 0 51 16,0 0 16-16,6 1 2 15,10 4-1-15,4 3-1 16,45 18-1-16,-32-7-2 16,12 2 0-16,-3-4-1 15,8 1 0-15,-5 4 0 16,7 1 6-16,-7 0-1 15,11 5 3-15,-8 0 1 16,10 4 0-16,-7-4-3 16,7 0 1-16,-9 0 0 0,7-1 0 15,-12-7 0-15,-3 1 1 16,-10-4-1-16,0-3 8 16,-11-5 3-16,-3-3 4 15,-5-1 2-15,-3-2 2 16,-3-2-3-16,-4-1-6 15,-1 3-17-15,-2-3-47 16,0-1-53-16,0-1-81 16,0 0-33-16</inkml:trace>
  <inkml:trace contextRef="#ctx0" brushRef="#br0" timeOffset="117212.51">4682 2090 757 0,'0'4'183'16,"2"-2"56"-16,-3-3-229 16,1 0-19-16,0-1-20 15,0 1-7-15,1 0 6 0,0 0 4 16,17-4 13-16,8-5 8 15,35-15 6-15,-31 3 3 16,-3-2 3-16,0-10 6 16,-2 1 1-16,1-10 1 15,-4 2-2 1,-2-2 1-16,-7 9-2 0,-6 3 22 16,-8 11 6-16,-13-2-18 15,-5 4-24-15,-16-4-99 16,-1 3-105-16,-11-1-57 15,-1 11-90-15</inkml:trace>
  <inkml:trace contextRef="#ctx0" brushRef="#br0" timeOffset="117614.29">4247 1449 581 0,'-36'-29'275'16,"0"4"6"-16,6 10-116 16,3 5-103-16,12 2-19 15,5 4-20-15,5 4-30 0,5 1-29 16,0 4-14 0,0-5-1-16,0 1 8 0,4 7 6 15,6 14 27-15,27 38-20 16,-19-31-22-16,2-4-41 15,-4-4-21-15,-2-3-34 16,-7-10 35-16,-5-4 85 16,-5-8 45-16,-10-13 22 15,-1-6 36-15,-7-6 9 16,1-1-43-16,-2-6 23 16,7 10 9-16,1 3 1 15,7 3-23-15,8-3-27 16,9 3-27-16,18-5-12 15,10 1-4-15,22 0-47 16,8 11-36-16,27 14-122 16,-4 9-20-16</inkml:trace>
  <inkml:trace contextRef="#ctx0" brushRef="#br0" timeOffset="118391.77">5787 2463 838 0,'-13'-17'186'0,"3"7"58"15,10 12-267 1,5 1-21-16,4 4-10 0,11 8-2 16,6 5 13-16,12 17 16 15,6 6 16-15,21 25 49 16,2 1 0-16,6 11-3 16,-2-4 3-16,11 15-3 15,-16-16-47-15,6 9 4 16,-4-13 4-16,5 7 2 15,-14-22 1-15,3-1 2 16,-12-15-18-16,4 3-55 16,-11-13-25-16,-4-3-93 15,-10-10-45-15,-7 3-21 16</inkml:trace>
  <inkml:trace contextRef="#ctx0" brushRef="#br0" timeOffset="118729.88">6560 3590 696 0,'7'3'116'0,"-4"-3"46"16,13-2-214-16,3 1 1 0,18-2 0 15,6-4 16-15,24-6 28 16,-2-2 3-16,18-10 4 15,-8-4 0-15,3-5 4 16,-19 2 4-16,-11-1 38 16,-20 7 25-16,-12 0 53 15,-17 2 5-15,-9-9 3 16,-9 1-37-16,-19-21-66 16,-10-6-98-16,-24-12-218 15,-6 0 6-15,-9 5-145 16,14 15 321-16,5 14 362 15,22 20-113-15,11 11-18 16,12 6-273-16,1 7 15 16</inkml:trace>
  <inkml:trace contextRef="#ctx0" brushRef="#br0" timeOffset="119143.23">5863 2438 885 0,'-20'-9'231'0,"1"1"63"16,11 7-274-16,4 8-23 16,5 8-26-16,6 18-11 31,7 14 1-31,6 21 8 0,4 4 19 0,6 5-3 15,-2-12 0-15,-4-10 5 16,-8-17 1-16,-4-7 8 16,-7-16 11-16,-4-4 7 15,-4-9 0-15,-7-9-22 16,-4-7-17-16,-8-12-11 16,-3-5-4-16,-8-16-1 15,5 5 24-15,1-1 23 16,10 10 14-16,4 0 8 15,8 15 1-15,3-7-6 0,7 4-17 16,10-2-13-16,8 3-11 16,24 2-2-1,17 12-14-15,27 7-216 0,11 13 72 16</inkml:trace>
  <inkml:trace contextRef="#ctx0" brushRef="#br0" timeOffset="121710.13">1382 1363 851 0,'-83'-28'-49'0,"11"-1"203"15,-2 5-377-15,23 6 256 16,6 4-10-16,14 4-14 16,7 13-13-16,5 5-9 15,4 17-7-15,2 9-2 16,-1 20-2-16,5-1 8 16,3 13 1-16,9 0 2 15,12 21-1-15,5-9 3 16,7 24 1-16,7-5 3 0,5 23 2 15,0-11 2-15,15 26 2 16,1-12 1-16,16 27 1 16,-5-20 0-16,10 21 0 15,-8-17-3-15,12 16-9 16,-10-17-4-16,16 11-4 16,-3-21 0-16,12 6-1 15,-4-24 6-15,21 7-2 16,-11-18 4-16,16 9 0 15,-9-16 1-15,18 13 2 16,-19-15 6-16,16 13 0 0,-10-14 1 16,30 12 1-16,-18-16 1 15,26 11-21-15,-11-16-17 16,24 10-30-16,-27-10-5 16,25 10-2-16,-23-6 20 15,9 7 16-15,-21-11 30 16,19 9 3-16,-24-10 4 15,17 9-1-15,-15-15 2 16,19 5-1-16,-17-16 1 16,20-3-1-16,-8-17 1 15,18-1 0-15,-18-11 1 0,20 4 0 16,-23-2 1-16,6 2-1 16,-18-5-1-16,20 3 0 15,-26-12-1-15,14-5-1 16,-11-9-1-16,16-9 1 15,-23-10-1-15,17-5 2 16,-13-2 2-16,15-5-1 16,-20 2 2-16,14-3 1 15,-16 2 0-15,14-8 2 16,-19-2 2-16,8-16 2 16,-13-6 3-16,13-24 3 15,-19-8-1-15,10-22 1 16,-13-5-8-16,8-26-22 15,-16 13-8-15,9-21-9 0</inkml:trace>
  <inkml:trace contextRef="#ctx0" brushRef="#br0" timeOffset="122274.93">9190 3010 176 0,'-41'-122'152'16,"-12"-15"-9"-16,-7 20-34 0,-15-8 1 15,1 16-33-15,-13-11 3 16,4 20-2-16,-19-5 0 16,2 9-17-16,-19-14-10 15,10 12-14-15,-26-16-22 16,13 19-10-16,-19-12 2 16,12 19 3-16,-30-5 21 15,19 19 3-15,-23-24 5 16,12 23-5-16,-14-10-6 15,17 13-22-15,-26-6-14 16,23 22-7-16,-23-11 1 16,17 10 3-16,-20 1 2 15,20 11 10-15,-23 2 4 16,24 7-1-16,-22 6 0 16,22 0 1-16,-10-7-2 15,22-2-5-15,-26-1-4 16,30 4-2-16,-23 5-1 0,12 14-1 15,-11 2 0-15,18 8 4 16,-27-2 2-16,27 7 1 16,-20 2 0-16,14 4 4 15,-9 13-2-15,27 1-1 16,-25 5 0-16,24 9-1 16,-4 13-2-16,10-8 1 0,-17 8-1 15,23 0 1 1,-14 8-1-16,10-3 1 0,-10 22 2 15,20 3 0 1,-2 10-1-16,18-11 1 0,3 3-4 16,25-16-15-16,5 8-89 15,21-7-133-15,14 14 0 16,12-8-131-16</inkml:trace>
  <inkml:trace contextRef="#ctx0" brushRef="#br0" timeOffset="124657.84">1228 8169 333 0,'-24'12'81'0,"-4"9"24"0,1-2-97 15,8 2-12-15,0 5-8 16,7-3-4-16,-1 7-8 15,3 0 2-15,-2 4 2 16,1-4 6-16,-2 7 2 16,3-10 8-16,0 6-14 15,3-9-10-15,3 0-46 16,3-9-6-16,2 5-20 16</inkml:trace>
  <inkml:trace contextRef="#ctx0" brushRef="#br0" timeOffset="127114.18">2543 7571 730 0,'-8'13'243'0,"-2"-4"24"16,2-16-215-16,7 9-30 16,5 3-38-16,5 13-5 15,4 10 2-15,6 11 4 16,1 5 10-16,3 15 2 16,-3-6 2-16,2 6 0 15,-3-3 1-15,3 4 1 16,-1-9 0-16,2 3-13 15,-2-9-27-15,2 1-73 16,-1-7-47-16,3-1-88 16,4-10-46-16</inkml:trace>
  <inkml:trace contextRef="#ctx0" brushRef="#br0" timeOffset="127428.1">2415 8389 815 0,'-9'5'164'16,"23"-6"50"-16,-7 2-263 15,8 4-13-15,15 0 0 16,8 3 14-16,15 4 24 15,4-2 24-15,9-2 1 16,-8-3-1-16,-1-10 0 16,-10-6 0-16,-4-12 0 15,-11-9 1-15,-1-17-1 16,-6-4 1-16,0-17-69 16,-6-2-100-16,-2-16-22 15,-9 9-96-15</inkml:trace>
  <inkml:trace contextRef="#ctx0" brushRef="#br0" timeOffset="127681.49">2494 7551 923 0,'-16'11'191'0,"2"-1"80"16,7 3-307-16,-2 27-19 16,5 11-2-16,5 27-16 15,0 9 10-15,1 7 25 16,3-17-7-16,1 1-56 16,-4-26-43-16,5-5-65 15,-1-16-46-15</inkml:trace>
  <inkml:trace contextRef="#ctx0" brushRef="#br0" timeOffset="127860.1">2359 7826 769 0,'9'2'170'0,"7"-4"57"0,12-8-206 15,25 0-55-15,19-4-21 16,46 7-175-16,7 7 55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03:59:38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18534 4056 520 0,'0'-1'172'15,"-2"-2"46"-15,2 4-140 16,0-1 11-1,0-1-13-15,0 0 3 0,0 0-20 16,0 0-13-16,0 0-28 16,2 0-11-16,9-4-19 15,28-26-3-15,45-39 4 16,-18 29 4-16,-2 4 1 16,17-3 1-16,-6 1 3 0,16-11-1 15,-4 4 3-15,19-10-1 16,-9 4 2-16,15-7 0 15,-13 9 0-15,7-3 0 16,-20 13 0-16,2 4 0 16,-20 11-1-16,-4 5-15 15,-21 9-25-15,-9 1-81 16,-15 7-42-16,-8 6-61 16,-13 7-20-16,-13 12-29 15</inkml:trace>
  <inkml:trace contextRef="#ctx0" brushRef="#br0" timeOffset="447.61">19186 4119 40 0,'-56'50'141'16,"5"-10"-1"-16,22-17 16 16,8-6 32-16,11-10-29 15,5-4-12-15,5-3-42 16,-1 0-22-16,1-1-41 15,0 1-21-15,0 0-16 16,1-2-2-16,17-8-4 0,63-45 0 16,-21 11 1-16,25-14 2 15,2 2-1-15,24-9 6 16,-6 6 4-16,25-13 7 16,-10 8-1-16,14-11 1 15,-13 9-6-15,15-7-3 16,-26 14-8-16,10-1 0 15,-18 13-1-15,5 0 2 16,-23 7-3-16,7 2 4 16,-24 8-1-16,-6 3-1 15,-24 9-2-15,-7 7 0 16,-18 5 0-16,-6 5 5 16,-6-1 4-16,2 2 7 15,-4-1 2-15,1 1 2 16,0 0-5-16,0 0-4 15,0 0-9-15,1 0-45 16,0 0-100-16,-1 1-141 0,-2 0-28 16</inkml:trace>
  <inkml:trace contextRef="#ctx0" brushRef="#br0" timeOffset="4411.28">11763 6522 535 0,'19'14'103'16,"7"-9"55"-16,-3-7-158 16,16 1-7-16,9-5 4 15,18-5 2-15,2-1 1 16,20-5 1-16,-2-3 1 15,14 1 0-15,-7-1-1 16,15-1 2-16,-10 6 0 16,20 0 1-16,-10 1 4 0,22 3 8 15,-11 3 1-15,17-1 1 16,-13-1 1-16,26 3 3 16,-16 2-4-16,24-3 5 15,-11 0-1-15,27 0 5 16,-19-2-5-16,26 3-5 15,-21 2-7-15,20-3-2 16,-19 2-4-16,20 0-2 16,-15-3 0-16,19-3-1 15,-22 1 0-15,13-2 1 16,-24 2 0-16,0 1 1 16,-26 5 11-16,6-2 21 15,-30 0 4-15,4 2 17 16,-22-4 17-16,-5-3 1 0,-25 3-19 15,1 0 16 1,-16-3-2-16,-5 2-5 16,-6 4-8-16,-4-1 5 0,-9 2-16 15,-4 3-9-15,-4 2-10 16,-1-1-1-16,-2 0-7 16,-3 1-5-16,0 0-7 15,0-1-17-15,0 1-35 0,0 0-188 16,1-1-147-16,6-4-47 15</inkml:trace>
  <inkml:trace contextRef="#ctx0" brushRef="#br0" timeOffset="6989.72">3092 8160 661 0,'33'-44'119'0,"16"-15"74"16,4-6-201-16,18-18 6 15,2 2 5-15,12-9-1 16,-10 14-1-16,9-2 1 16,-17 11-2-16,2 0-1 15,-14 17-9-15,-6 5-56 16,-15 18-40-16,-6 10-89 0,-11 15-37 16</inkml:trace>
  <inkml:trace contextRef="#ctx0" brushRef="#br0" timeOffset="7405.05">2995 8591 715 0,'-31'53'225'16,"11"-41"65"-16,7-11-179 15,8-2-22-15,5 1-15 16,2-3-82-16,-2 2-4 15,1-1-24-15,28-23-4 16,52-62 19-16,-12 9 18 16,0 1-2-16,17-16 2 15,-10 11 0-15,7-4 0 16,-15 13-1-16,2-4 5 16,-13 16-2-16,-1 2 2 15,-14 19 2-15,-7 6-1 16,-9 16 0-16,-10 4 0 15,-8 7-2-15,-5 4-1 16,1 2 0-16,-5 2-1 16,1-1 2-16,0 0 3 15,0 0 3-15,0 0 2 0,0 0 0 16,0 0-7 0,0 0-22-16,0 0-91 0,0 0-78 15,0 0-89-15,0 0 3 16,1 0-87-16</inkml:trace>
  <inkml:trace contextRef="#ctx0" brushRef="#br0" timeOffset="14207.75">6888 8680 324 0,'-2'-2'133'0,"0"-1"-8"16,-1 2-126-16,1 0-88 15,0 0-2-15,1 0 2 0,1 0 5 16,0-1 62-16,2 1 26 16,16 1 2-16,6 1 7 15,30 4 4-15,-31 0 5 16,-4-3 4-16,8 3 0 16,-4 0-7-16,6 3-5 15,-2 0-5-15,10 4-5 16,-3-2-4-16,7 3-1 15,-2-3 1-15,5 2-1 16,-7-2 1-16,6 3 0 16,-7-4 0-16,5 4 0 15,-5-3 1-15,3 2 2 16,-6-4 6-16,8 1 6 16,-7-3 1-16,8-2 2 0,-3 1-2 15,6 0-6 1,-3-2-5-16,6 3 29 0,-3-1-1 15,4 0-1-15,-6 0 1 16,6 4-2-16,-9 0-29 16,6-1-1-16,-1 1 2 15,8-3-1-15,-1-3 1 16,7-3-1-16,-6 1 0 16,2-7 0-16,-10 4 0 15,0-3-1-15,-8 2 1 16,1-1 0-16,-5 2 0 0,7 0 0 15,-5-2 0-15,8 3-1 16,-6-1 0-16,4-1 0 16,-4 2-1-16,6 2-1 15,-10-2 1-15,4 2-1 16,-8 2 1-16,0-1-1 16,-7 2 2-16,5-1 0 15,-2 0 0-15,6 1 0 16,-2 1 1-16,6-3 1 15,-6-1-1-15,5 0 1 16,-6-1-1-16,4 1 1 16,-7 2-2-16,1-1 1 15,-3 1-2-15,2 0 0 16,-2-1 1-16,2-2-1 16,0 0 1-16,9-4 1 15,-1 1 0-15,9-6 9 0,-2-3 8 16,5-2 0-16,-8 1-1 15,1-4 0-15,-9 6-10 16,0 2-8-16,-6 2 0 16,3-1 0-16,-4 1 0 15,6-4 0-15,-5 1 0 0,6-3 1 16,-3 3 0-16,4-5-1 16,-6 5 0-16,3-1 0 15,-5 1 0-15,0 1 0 16,-4 1 1-16,5-4 0 15,0 2 0-15,3-4 0 16,-2 0 1-16,2 1 0 16,-3 2 0-16,-2-3 1 15,-5 2 0-15,2 2 1 16,-6-4 1-16,3 5 3 16,-3-1 4-16,2 2 9 15,-4-2 6-15,2-1 7 16,-5-3-2-16,2-3-1 15,-3-2-8-15,-3-3 3 16,-1 2-1-16,3-1 17 0,-6 2-1 16,0-6-3-16,2 1-12 15,-2-13-13-15,-1-1-19 16,2-12-5-16,3 7 2 16,-3 1 18-16,-3 13 18 15,0 3 18-15,0 11 4 16,-7-3 4-16,0 3-12 15,1-2-16-15,-4 2-15 0,-1-4-10 16,4 2-4-16,-5-5-1 16,0 2 2-16,-4-6 1 15,3 6 17-15,-3-2-8 16,1 6 0-16,-6-3-4 16,3 6-17-16,-6 1-16 15,0 1 10-15,-2 2 3 16,5 5 3-16,-1-3 20 15,5 2 4-15,-2 0-1 16,3 1 0-16,-2-2 2 16,1 1-3-16,-3 1-1 15,0 0-2-15,-4 2-4 16,-2 0-2-16,-4 1-1 16,6 1 1-16,-5 0 0 15,3 0 0-15,-6 0-1 16,2 1-1-16,-10 1-2 0,2 0 0 15,-4-1 0 1,2 3 1-16,-7-2 0 16,8 1 3-16,-3 0-1 0,3 0 0 15,-2 0-2-15,9-1 3 16,-6 0-2-16,2 0 1 16,-4-1 2-16,2-1 0 15,-7-1-15-15,3 1-5 0,-3-2-1 16,4 0 3-1,-2-3-1-15,5 1 14 0,-6-3-9 16,6 0 2-16,-6-1 3 16,4 2 3-16,-4-1 1 15,4 4 17-15,-8-3-1 16,6 3-6-16,-12-1-1 16,5 2-2-16,-5 0-1 15,9-2 1-15,-7-2 4 16,10-2 4-16,-7-7 5 15,5-1 6-15,-9-3 11 16,7 1 12-16,-9 2 4 16,6 6-3-16,-8-3-8 15,10 6-12-15,-7-2-16 16,8-3-2-16,-7 1 3 16,8 0 2-16,-11 0-2 15,1 4 0-15,-6 2-7 16,4 3-5-16,-3 2-6 0,7 6-2 15,2 3-13-15,6 0-26 16,-2 10-114-16,10 6-93 16,0 20-57-16,13 5-112 15</inkml:trace>
  <inkml:trace contextRef="#ctx0" brushRef="#br0" timeOffset="15032.27">10375 8384 616 0,'4'8'212'16,"-4"-7"17"-16,1 0-148 15,-2-2-95-15,1 1-26 16,-1 0-7-16,0-1-5 15,0 0 5-15,0 1 14 16,0 0 22-16,1-2-19 16,0 2-20-16,0-1-4 0,1 0-1 15,2 0 0 1,18-1 26-16,43-9 25 0,-36 3 4 16,9-4 0-16,-1-2 0 15,10-6 1-15,1-1 0 16,18-6 0-16,-1-3 2 15,15-8 0-15,-4 1 2 0,9-9 3 16,-8 1 2-16,6-9 3 16,-9 7 3-16,4-8 2 15,-16 8-1-15,2 1-3 16,-17 11-4-16,-1 2-2 16,-11 12-5-16,-6 1-9 15,-9 11-14-15,-5 2-117 16,-9 5-14-16,-9 10-49 15</inkml:trace>
  <inkml:trace contextRef="#ctx0" brushRef="#br0" timeOffset="15387.83">10525 8613 856 0,'-4'0'145'15,"4"-1"25"-15,1 0-278 16,-1 0-10-16,1-1 10 16,18-4 15-16,52-27 66 0,-11 3 28 15,3-5 3 1,14-16 3-16,-2-1 2 0,17-9 6 15,-9 3 0-15,16-6 0 16,-9 7-3-16,11-5 5 16,-14 7-2-16,6-5 4 15,-17 8-2-15,5-1 6 16,-14 10-8-16,1 4-8 16,-13 9-34-16,14 2-152 15,-9 4 30-15</inkml:trace>
  <inkml:trace contextRef="#ctx0" brushRef="#br0" timeOffset="19036.72">8106 10178 267 0,'-2'2'103'15,"6"-1"-6"1,-2-1-59-16,-2 0-57 0,0 0 0 16,2 0 5-16,-1-1 7 15,10 0 8-15,15-4 5 16,37-13 1-16,-21 0 2 15,1-1-2-15,15-5 6 16,-5-3-3-16,7-4 1 16,-9 4-1-16,-2-1 0 15,-10 3-6-15,3 0-1 16,-9 7-2-16,5-1 1 0,-5 3-1 16,0 3-2-16,-6 5-3 15,-3 2-18-15,-8 8-24 16,-4 6-62-16,-8 9-4 15</inkml:trace>
  <inkml:trace contextRef="#ctx0" brushRef="#br0" timeOffset="19502.21">8238 10605 756 0,'-2'-2'199'0,"2"1"43"16,5-5-221-16,-5 5-25 15,3-1-13-15,35-25-3 16,43-38 10-16,-21 26 3 16,-7 4 3-16,5-4 1 15,-9 6 0-15,5-8 0 16,-9 7 3-16,7 0-1 15,-5 6 0-15,6-2 2 16,-5 7 0-16,4 1-1 16,-10 6 1-16,3 1 0 0,-10 6-1 15,-5 1-1-15,-9 2 0 16,-3 3 0-16,-7 2-1 16,-4-1 1-16,-3 1 1 15,0 1 5-15,-4 0 5 16,0 0 24-16,0 0 9 15,0 0 15-15,0 0 4 16,0 0 5-16,0 0-23 0,0 0-6 16,-1 0-16-1,1 0-12-15,0-1-19 0,0 1-73 16,0 0-115-16,0 0-112 16,1 0-67-16</inkml:trace>
  <inkml:trace contextRef="#ctx0" brushRef="#br0" timeOffset="64245.64">8334 10559 645 0,'1'-1'123'0,"0"0"59"16,-1 0-196-16,0 0-15 16,0-1 6-16,2 1 5 15,10-2 6-15,23-11 8 16,36-17 7-16,-26 1-1 16,-2-1 0-16,10-9-1 15,-2 4-2-15,11-11 2 16,-1 6-1-16,14-6 1 15,-7 4 1-15,10-5 0 16,-12 4 1-16,4-1-1 16,-12 7 0-16,0-4 0 15,-16 10-2-15,-2 7-27 16,-15 7-44-16,-8 13-84 16,-13 14-21-16,-17 21-64 0</inkml:trace>
  <inkml:trace contextRef="#ctx0" brushRef="#br0" timeOffset="64571.63">8402 11147 566 0,'-11'23'201'0,"6"-21"0"15,11-7-128-15,4-8-89 0,19-18-2 16,10-8 8-16,22-30 10 15,11-15 3-15,21-18 0 16,-2 3-1-16,13-8 3 16,-14 13-1-16,4 2 4 15,-19 22 2-15,-6 4-1 16,-20 19-2-16,-6 11-2 16,-17 20-4-16,-7 5 0 15,-13 8-1-15,-1 2-1 16,-3 1 1-16,-2 0-1 15,0 0-4-15,0 0-8 16,0 1-14-16,-1 23-184 16,-8 43 50-16</inkml:trace>
  <inkml:trace contextRef="#ctx0" brushRef="#br0" timeOffset="93879.43">5956 10516 604 0,'2'4'252'0,"-3"-9"-10"15,1 6-149-15,0-2-96 16,0 0-25-16,1 0-4 16,26-14 6-16,53-43 7 15,-30 16 13-15,13-11 2 0,-2 2 1 16,10-8 1-16,-7 11-1 15,17-5 2-15,-10 10 0 16,4-2 0-16,-12 7-2 16,0 0-18-16,-17 8-15 15,1-2-32-15,-9 10-31 16,-1 5-62-16,-9 6-30 16,-4 9 13-16,-12 10-47 0</inkml:trace>
  <inkml:trace contextRef="#ctx0" brushRef="#br0" timeOffset="94540.31">6275 10830 501 0,'-14'22'201'0,"-1"-9"8"15,12-12-118-15,0-1-78 16,8 0-29-16,-5-1 0 15,1-2-9-15,8-13 3 16,24-22 7-16,45-49 13 16,-31 37 1-16,10-8 1 15,-5 9 0-15,8-7 4 0,-8 6 1 16,4-10 1 0,-5 9 1-16,1-7-1 0,-7 12-2 15,-4 8 0-15,-12 14-3 16,-7 4 1-1,-9 13 0-15,-7 3 3 0,-2 2 0 16,-3 2 4-16,-1 0 2 16,0 0 14-16,0 0 9 15,-1 0 17-15,1 0-1 16,-1 0 4-16,1 0-14 16,0 0-9-16,-1 0-17 0,-1 0-3 15,2 0-6-15,0 0-2 16,0 0-3-16,0 0-2 15,0 0-2-15,0 0-1 16,0 0-2-16,0 0-1 16,0 0 0-16,0 0 0 15,0 0 0-15,0 0-2 16,0 0-3-16,0 0-9 16,0 0-3-16,0 0-3 15,0 0 3-15,0 0 5 16,0 0 10-16,0 0 7 15,0 0 4-15,0 0 3 16,0 0 0-16,0 0 1 16,0 0-2-16,0 0 1 15,0 0-2-15,0 0-1 0,-1 0-1 16,1 0-1-16,0 0 0 16,0 0 0-16,0 0-3 15,0 0-35-15,0 0-58 16,0 0-126-16,0 1 0 15,0 0-99-15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04:01:29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12770 4241 736 0,'52'28'101'0,"-29"-39"90"16,1-6-219-16,16-10-10 16,6-4 24-16,13-7 6 15,-3 3 3-15,18-3 2 16,-3 6 1-16,20-6-2 15,-4 2 1-15,25-3 1 16,-6 4 1-16,22-10 0 0,-12 4 2 16,20-7 1-16,-23 2-1 15,6-4-1-15,-20 9 1 16,6 0 2-16,-22 8 1 16,6 0 8-16,-18 6 1 15,1 0 3-15,-16 7-2 16,-3 3-2-16,-14 5-6 0,-1 1-10 15,-12 6-25 1,-4 4-50-16,-8 3-29 0,1 6-94 16,-7 6-21-1</inkml:trace>
  <inkml:trace contextRef="#ctx0" brushRef="#br0" timeOffset="418.86">14116 4526 620 0,'0'17'221'0,"-1"-14"16"15,1-3-141-15,0 0-89 16,0 0-13-16,0 0-14 16,0 0-21-16,0-1 0 15,1-1 3-15,33-8 9 16,63-26 14-16,-21 2 19 16,25-15 0-16,-1 1-3 15,15-11 0-15,-8 0-2 16,22-14 0-16,-9 6-2 0,20-13 4 15,-14 11-1-15,12 0 1 16,-27 15-1-16,-2 3 1 16,-29 11-2-16,-2 4 1 15,-25 13-1-15,-3 4-22 16,-15 9-33-16,0 9-82 16,-9 7-61-16,-2 10-40 15</inkml:trace>
  <inkml:trace contextRef="#ctx0" brushRef="#br0" timeOffset="1098.61">20831 4371 504 0,'0'24'290'16,"0"-20"-59"-16,-1-5-85 15,3 2-132-15,-2-1-30 16,0 0 4-16,0-1 13 15,1 0-2-15,26-9-2 16,64-26-8-16,-18 9-8 16,29-8-17-16,4 2-8 0,26-10-17 15,-2-1 3-15,27-6-8 16,-10 2 15-16,24-8 10 16,-15 13 19-16,18-6 10 15,-22 5 21-15,14 3 10 16,-25 10 5-16,12-5 3 15,-25 7 0-15,3 0-4 16,-25 7-7-16,4-2-6 16,-26 10-2-16,-4 2-5 15,-23 7 0-15,-7 3-2 16,-21 3-2-16,-11-1-3 16,-10 2-3-16,-3 1-5 15,-4-1 1-15,-1-2-8 16,0 1-3-16,0 0-22 15,5 18-17-15,4 6-108 16,21 34 15-16</inkml:trace>
  <inkml:trace contextRef="#ctx0" brushRef="#br0" timeOffset="3571.89">2105 6609 618 0,'-11'14'162'0,"-2"-11"65"15,1-6-186-15,7 0 9 16,1 0-23-16,4 3-38 15,0-1-19-15,0 0-6 0,1-1 2 16,14-11 13 0,61-58 6-16,-26 27 12 0,15-14-1 15,1 3 0-15,15-11 0 16,-6-1 3-16,21-15-1 16,-11 6 1-16,20-14 0 15,-8 5 0-15,22-9 1 16,-13 11 0-16,19-17 0 15,-13 12-1-15,16-9 1 16,-16 14-2-16,1-2 2 16,-19 17 0-16,-3 1 1 15,-22 17-1-15,-11 3 2 16,-13 15-1-16,-6 5-1 16,-10 12-3-16,1 5-44 15,-7 3-38-15,3 6-93 16,-3 5-13-16,-1 9-64 15</inkml:trace>
  <inkml:trace contextRef="#ctx0" brushRef="#br0" timeOffset="4626.35">2401 8697 261 0,'-8'7'115'16,"4"-5"-7"-16,3-2-75 16,-1 0-10-16,2 0-26 0,0-1 4 15,0 1 0-15,0 0 1 16,0-1 0-16,0 0 0 16,0 0 3-16,2 0 15 15,0-2 5-15,24-12 7 16,40-47 0-16,-23 19-5 15,1 0-15-15,17-13-3 16,0 1-6-16,15-16-2 16,-3 3 1-16,15-14-1 15,-7 4-1-15,12-12 2 16,-12 9 1-16,6-5 9 16,-19 16 25-16,-5 2 21 15,-20 22 12-15,-8 8 24 16,-14 16 4-16,-7 8 7 15,-9 11-12-15,-4-2-2 16,0 6-24-16,-2-1-29 16,0 0-63-16,-1 0-270 0,1 0 51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04:01:38.5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20424 4101 801 0,'-1'4'199'0,"1"-4"78"16,-1-1-234-16,1 0-18 15,0 1-15-15,0 0-14 16,0-1-20-16,0 1 2 16,3-1 4-16,37-3 5 15,55-10 10-15,-5-6 5 16,8-6-2-16,30-12 2 16,-1-1 0-16,29-9 1 0,-10 3-2 15,30-14 1 1,-11 4-1-16,31-10 0 0,-15 3 0 15,24-9-1-15,-32 14 1 16,20 4-1-16,-36 9 0 16,3 4 0-16,-29 15 0 15,2 5-30-15,-30 1-34 16,-8 10-102-16,-27 9-65 16,-17 5-27-16,-27 8-87 0</inkml:trace>
  <inkml:trace contextRef="#ctx0" brushRef="#br0" timeOffset="396.39">22192 4181 95 0,'-110'59'125'0,"13"-7"-1"16,29-18-7-16,16-11 8 15,25-10-17-15,13-6-1 16,10-4-21-16,14-3-3 15,13-1-17-15,27-8 7 16,20-3-10-16,46-16-3 16,17-8-5-16,43-21-10 15,-1-3-21-15,33-16 2 16,-22 4 0-16,29-6 14 0,-31 20 2 16,18-13 7-16,-28 14-4 15,11 1-4-15,-37 8-18 16,6-2-4-16,-30 19-9 15,3 2-2-15,-30 8-5 16,-3 4 0-16,-28 5-1 16,-12 4 1-16,-24 5-2 0,-12 0 2 15,-9 2 0-15,-6 0 0 16,-3 1-2-16,-1-1-22 16,1 1-32-16,-1 0-115 15,0 0-175-15,-2 0-9 16</inkml:trace>
  <inkml:trace contextRef="#ctx0" brushRef="#br0" timeOffset="5317.45">8992 8697 501 0,'53'-53'109'0,"-32"9"47"16,28-5-147-16,-3 6-5 0,10 3-1 15,-4 16-4-15,11 10-3 16,-5 13 0-16,4 13-2 15,-9 11-2-15,7 13 0 16,-12 3 1-16,7 14-2 16,-8-1 2-16,9 17 1 15,-8 1 0-15,7 13 1 16,-9-6 1-16,7 7 0 16,-4-17 2-16,6 3 0 15,-5-16 0-15,12-2 1 16,-2-13-1-16,11-5 4 15,-6-17 0-15,8-10 9 16,-12-10 5-16,-1-11 9 16,-15-5 0-16,-2-1 20 15,-15 2 15-15,-7 2 57 16,-10 6 27-16,-6 2 53 16,-8 1-11-16,-11-2-19 0,-6-1-62 15,-12 0-40-15,-7 0-57 16,-9 3-13-16,0 4-11 15,-13 10-3-15,1 7 0 0,-12 13-4 16,7 5 0-16,-3 8 2 16,17 1 4-16,6 0-4 15,16-7-4-15,5 5-10 16,9 1-1-16,1 10-1 16,5-2 4-16,4 13 2 15,1-5 11-15,5 5-2 16,5-6-1-16,5 6-4 15,3-7 4-15,4 6-3 16,0-11 0-16,-3-3 3 16,-5-13 7-16,-5-7 15 15,-6-11 15-15,-10-5 21 16,-3-4 7-16,-8-1 27 16,-4-2-7-16,-10-3-3 15,-2-1-18-15,-10-2-3 16,0-1-29-16,-3 1-4 15,9 0-5-15,-1-2-42 0,10 0-54 16,8-4-239-16,6-3 21 16</inkml:trace>
  <inkml:trace contextRef="#ctx0" brushRef="#br0" timeOffset="14832.84">11487 11871 722 0,'2'23'235'0,"-5"-10"24"16,4-13-209-16,1 0-37 15,0-2-40-15,-2 2 0 16,0 0 3-16,1-2 4 15,16-1 12-15,13-5 7 16,36-13 0-16,-26 1 1 0,-1 1 2 16,13-11 8-16,-1-2 3 15,4-6 2 1,-4 0 0-16,9 0-2 0,-12 2-6 16,15-3-3-16,-1 3 0 15,16-5-3-15,-5 1 0 16,16-13-1-16,-6 2-4 15,9-7-35-15,-10 2-29 16,4 0-62-16,-17 15-26 16,-4 6-62-16,-22 14 4 0,-11 8-9 15</inkml:trace>
  <inkml:trace contextRef="#ctx0" brushRef="#br0" timeOffset="15280.1">12239 12165 708 0,'0'6'226'0,"-1"-6"38"15,1 0-196-15,0-1-41 16,0 0-36-16,1-1-9 0,7-5-7 15,31-21-2-15,44-51 9 16,-21 24 12-16,-4 5 3 16,12-7 0-16,-7 7-1 15,8-1 0-15,-11 10 0 16,1-3 1-16,-12 11 1 16,-2 5 0-16,-15 8 1 15,-3 3 0-15,-9 8 2 0,-7 3 0 16,-7 5 2-16,-2 0 5 15,-2 2 6-15,-2-1 17 16,0 0 10-16,0 0 18 16,0 0 3-16,0 0-1 15,-1 0-16-15,0 0-10 16,-1 0-20-16,2 0-5 16,0 0-7-16,0 0-24 15,-1 0-26-15,0 0-153 16,0 0-111-16,0 1-40 15</inkml:trace>
  <inkml:trace contextRef="#ctx0" brushRef="#br0" timeOffset="19479.93">21673 4232 1010 0,'-13'19'198'0,"13"-22"100"16,-1 0-313-16,0 4 7 16,1-1-6-16,0 0 3 15,0 0 6-15,0 0 9 16,0 0 4-16,0 0 4 15,0 0 2-15,0 0-5 16,0-1 2-16,1 0-2 16,14-7 2-16,18-11 3 0,47-29 6 15,-32 20-4-15,10 0-2 16,-4 5-4-16,16-3-6 16,7 3-8-16,17-6-21 15,-5 2-21-15,15-4-35 16,-13 5-20-16,-6-2-26 15,-23 4 16-15,-10 4 13 16,-25 7 13-16,-15 3-31 16,-16 10-12-16,-24 15-11 15,-8 7 6-15,-14 20-23 16,-6 7 50-16</inkml:trace>
  <inkml:trace contextRef="#ctx0" brushRef="#br0" timeOffset="19741.16">21938 4842 437 0,'31'4'105'16,"22"-8"43"-16,4-9-124 16,36-5-10-16,18-4-1 15,29-16-1-15,-1-5-6 16,21-10-2-16,-21 0-1 15,12-8 2-15,-26 13 0 0,1 0 4 16,-26 14 2-16,-1 3 1 16,-26 9-2-16,-6 6-3 15,-20 8-12-15,-3 3-109 16,-16 6-53-16,-13 6-27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04:02:04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13409 6664 633 0,'0'1'98'15,"7"-5"75"-15,8 2-190 16,7-3-1-16,3-4 11 0,12-5 7 15,1 2 0 1,7 0 0-16,0 2-1 0,10-5 2 16,1 1-3-16,11-2 1 15,-2-4-1-15,16-3 1 16,-3 6 0-16,12-3 3 16,-8 2 4-16,13-1 7 15,-11 3 3-15,13-2 2 16,-10 4-2-16,11-1-3 15,-14 1-7-15,4-2 0 16,-12-3-1-16,6 0 9 16,-16 2 7-16,-2 0 11 15,-12 5 1-15,-6 4 0 16,-15 3-10-16,-3 3-6 16,-9 3-11-16,-3-1-2 15,-5 1-3-15,-4 1-2 0,-3-2-8 16,-3-1-38-16,-1 1-34 15,-1 0-81-15,-1 0-65 16,0 1-31-16</inkml:trace>
  <inkml:trace contextRef="#ctx0" brushRef="#br0" timeOffset="383.64">14230 6879 515 0,'-12'20'197'16,"12"-17"21"-16,0-3-103 15,-1 0-80-15,1 0-9 16,0-1-14-16,0 0-16 16,1 0-11-16,28-6 1 15,47-16 5-15,-14 4 5 16,1 0 4-16,14-1-1 15,-7 1 0-15,12-2 1 16,-10 2 1-16,13 0 1 16,-10-1-1-16,9-1 3 15,-9 3 0-15,1 3 2 0,-16-1 1 16,-3 2 2-16,-17 5-2 16,-7 2-2-16,-8-1-2 15,-5 3-2-15,-5 4-1 16,-1 0-5-16,-4 1-15 15,2 2-93-15,-2 2-67 16,5-1-44-16,-2 1-98 16</inkml:trace>
  <inkml:trace contextRef="#ctx0" brushRef="#br0" timeOffset="1578.8">17405 6890 454 0,'3'0'103'16,"4"-4"49"-16,0 1-127 15,10-5 0-15,4-2 6 16,11-5 15-16,3-1-1 0,9-5 6 16,2 1-5-16,13-8-4 15,1-1-17-15,19-9-8 16,2-1-12-16,17-9-4 15,-6 1-2-15,13-4 2 16,-14 8-1-16,3 0 0 16,-21 12 3-16,3 1-2 15,-16 7-1-15,5-1-1 16,-11 4-11-16,7 0-60 16,-12 2-53-16,-4 8-90 15,-18 5-44-15</inkml:trace>
  <inkml:trace contextRef="#ctx0" brushRef="#br0" timeOffset="1975.45">17735 7128 623 0,'-7'6'187'16,"6"-4"49"-16,2-1-177 0,-1-2-26 16,1 0-15-16,11-8-12 15,28-12-12-15,50-56 0 16,-32 33 5-16,7-2 0 16,-7 9 0-16,5-1-1 15,-11 8 1-15,6 0 0 16,-9 6 0-16,3 3 0 15,-12 5 1-15,1 3-2 16,-15 8 0-16,2 1-2 16,-10-1-1-16,1 8-2 15,-10-2-2-15,0 0-15 16,-4 1-7-16,-3 2-24 16,-1-3-5-16,-1-1-23 15,0 0-10-15,-1 0-58 16,0 0-18-16,-1 1-28 0</inkml:trace>
  <inkml:trace contextRef="#ctx0" brushRef="#br0" timeOffset="3472.76">23170 6569 618 0,'-1'21'214'0,"1"-6"21"15,0-27-159-15,0 12-66 0,1-1-31 16,2 1-14 0,-3-1 0-16,1 0 3 0,0 0 16 15,32-6 20-15,40-16 10 16,-21 0 2-16,4-4-1 16,23-9-1-16,0 3-5 15,25-4 0-15,-2 5-1 16,11-5 5-16,-14 8 4 15,7-3 0-15,-17 6-1 0,-1 0 0 16,-14 6-6-16,1 1-3 16,-15 7 0-16,-2-1-1 15,-15 7-1-15,-6-4-3 16,-14 6 1-16,-9 0-9 16,-8 2-13-16,-4 2-56 15,-2 2-46-15,-1-2-123 16,0 0-26-16</inkml:trace>
  <inkml:trace contextRef="#ctx0" brushRef="#br0" timeOffset="3875.82">23404 6856 171 0,'-18'9'120'0,"16"-6"-2"16,-2-2-8-16,5 0-32 15,-1-2-9-15,0 0-18 16,6-1 2-16,33-9-16 16,56-17 14-16,-26 9 3 0,20-7 25 15,-3 2-5-15,16-5 11 16,-8 4-16-16,15-5 2 15,-17 1-26-15,13-3-10 16,-13 6-19-16,5-1-3 16,-18 5-7-16,-1 2-3 15,-21 9 0-15,-9 0 0 16,-21 6 0-16,-6 0 0 16,-11 3 1-16,-4 1-1 15,-4 1-2-15,0 0-8 16,-2 0-20-16,-2 0-64 15,1 0-82-15,0 0-112 16,0 0-47-16</inkml:trace>
  <inkml:trace contextRef="#ctx0" brushRef="#br0" timeOffset="4627.07">26461 6645 618 0,'-5'4'174'0,"5"-2"58"16,0-3-177-16,0 1-17 15,0 0-8-15,1-1-15 16,5-1-12-16,26-3 1 16,40-14 4-16,-19 2 3 15,-3 0 2-15,16-11 5 16,0 0-2-16,17-7 1 15,-6 1-3-15,19-6-1 16,-4 2-5-16,19-6 0 16,-6 6-4-16,13-7-2 15,-12 9 0-15,-1 2-2 16,-23 7 0-16,-5 3 0 16,-22 10 0-16,-5 0-3 15,-14 6-1-15,-1 1-13 16,-15 6-24-16,1 2-68 15,-12 2-30-15,-3 0-72 0,-6 9-33 16,-17 6-18-16</inkml:trace>
  <inkml:trace contextRef="#ctx0" brushRef="#br0" timeOffset="5028.62">26748 6766 360 0,'-16'8'192'0,"9"-5"43"15,7-3-73-15,2 1-30 16,-3-2-28-16,1-1-18 16,1 1-57-16,20-10-11 15,56-31-4-15,-11 13 8 16,3-2 2-16,15-8 7 15,-2 6-1-15,19-10-1 16,-3 3-9-16,19-4-3 16,-17 8-7-16,5-1-5 15,-24 10-1-15,-8 0 0 16,-23 10 0-16,0 1-1 16,-17 6 0-16,-6 2-3 0,-11 6 0 15,-5 0-1-15,-6 3 0 16,-4-1-3-16,-1 2-2 15,0-2-16-15,0 0-18 16,-1-1-46-16,0 0-23 16,-1 0-138-16,1 0-38 15,-1-1-36-15</inkml:trace>
  <inkml:trace contextRef="#ctx0" brushRef="#br0" timeOffset="9245.17">11702 8578 468 0,'-2'-1'151'0,"2"2"45"15,2 1-129 1,-2-2-7-16,0 0-15 0,0 0-13 15,0 0-23-15,0 0-7 16,0-2-8-16,1 1 0 16,26-8 0-16,51-24 3 15,-29 10 2-15,16-14-1 16,-2-2 1-16,16-14 2 16,-2 4 4-16,12-10 12 15,-9 5 8-15,13-8 9 16,-15 8 0-16,11-12 4 15,-12 8-3-15,1-6 12 16,-15 12 0-16,-5 3 8 16,-18 15-1-16,-10 5 1 15,-12 13-15-15,-3 3-4 0,-8 7-8 16,-4 2 2-16,2 3-10 16,-4 2-3-16,-1-1-6 15,-1 0-5-15,0 0-8 16,0 0-37-16,1 0-56 0,0 0-173 15,0 1-59-15,1 2-90 16</inkml:trace>
  <inkml:trace contextRef="#ctx0" brushRef="#br0" timeOffset="9772.57">12723 8779 401 0,'45'-22'127'15,"-5"-12"54"-15,21-21-102 16,9-2 3-16,22-20 14 16,-3 0-25-16,14-10 3 15,-9 6-7-15,8-2-6 16,-15 16-16-16,10-4-9 15,-15 13-23-15,9 2-16 16,-11 5-40-16,10-2-223 16,-13 16-1-16,-5 4-111 15</inkml:trace>
  <inkml:trace contextRef="#ctx0" brushRef="#br0" timeOffset="35739.58">8861 10613 733 0,'0'-4'226'0,"-4"0"36"15,3 3-202-15,0 1-61 16,1 0-24-16,0 0-19 16,0 0-5-16,0 0 4 15,0 0 12-15,0 0 10 16,0 0 15-16,1 0 4 16,6 0 2-16,21 2 0 15,35 6-1-15,-25-4 1 16,0 1 1-16,6-2 0 15,-3-2 2-15,7 3-1 16,0-3 0-16,10-1-2 16,-1 1 0-16,9-2-1 0,-4 0 1 15,6-3 0-15,-11 0 0 16,8 0 1-16,-10 1-1 16,10 0 1-16,-8 4 0 15,11 2 1-15,-7 1 0 16,9 3 1-16,-9 0-2 15,9 2 1-15,-4 1-1 0,10-1 0 16,-5-2 3-16,7-1-2 16,-10-4 0-16,3-1 0 15,-11-2 1-15,7 1-1 16,-7 1 1-16,10 4 1 16,-9-2-3-16,13 3 1 15,-9-3-1-15,10 0 0 16,-6-6 0-16,13 3 2 15,-11-3-1-15,10-2 1 16,-11-1 0-16,4 2-1 16,-11-2 0-16,12 6 0 15,-11 1 0-15,8 5 0 16,-6 2 1-16,9 1 0 16,-12-1 0-16,11 2 0 15,-6-2-1-15,6-1 0 0,-11-2 0 16,5 3 0-16,-10-4 0 15,3-2 2-15,-10-1-1 16,5-2 2-16,-9-2 1 16,1-2 4-16,-11 1 2 15,-3 0 8-15,-12-1 2 16,-3 3 6-16,-10 1-3 16,-2 0-1-16,-5 2-8 0,1 0-6 15,-3-1-16 1,0 0-47-16,2 1-79 0,16 22-105 15,51 29-33-15</inkml:trace>
  <inkml:trace contextRef="#ctx0" brushRef="#br0" timeOffset="36826.78">16743 10470 387 0,'-22'-20'286'15,"6"3"-46"-15,1 4-8 16,1 0-158-16,-1-1 4 15,5 4-18-15,0 1-7 16,3 5-23-16,1 2-15 16,2 2-13-16,2 1-14 15,2-1-11-15,-1 0-31 16,1 0-17-16,0 0-38 16,0 0 9-16,0 0 7 15,1 1 30-15,19 9 20 16,47 26 39-16,-24-16 3 15,-1 1 1-15,15 5 2 16,0-1-2-16,10 2 0 16,-4-5 0-16,10 1 0 0,-10-7-1 15,13 4 1-15,-5-4 1 16,16 5 0-16,-1-2 0 16,12 4-2-16,-8 0 2 15,17 0 0-15,-12-3 0 16,12-4 2-16,-11-7 0 15,15-3 3-15,-18-5-2 0,11-2 1 16,-17-4 0-16,8 1 2 16,-15-3 0-16,5-5 6 15,-14 0 4-15,7-1 8 16,-18 1 4-16,-3 0 10 16,-14 4 0-16,-7 1 2 15,-14 2-5-15,-5 2 1 16,-7 2-3-16,-4 1 11 15,-2 0 3-15,-4 0 16 16,-1 0-1-16,1 0 3 16,-2 0-14-16,2-2-8 15,0 2-19-15,0 0-9 16,-1 0-14-16,1 0-51 16,0 0-60-16,0 0-227 15,0 0 12-15</inkml:trace>
  <inkml:trace contextRef="#ctx0" brushRef="#br0" timeOffset="38039.78">22400 10458 822 0,'-17'10'187'0,"-5"-8"66"16,0 1-232-16,-4-1-25 16,6 0 1-16,3-3 11 15,8 2 6-15,2-1 0 16,1-2-1-16,4 3-5 15,2-1-12-15,-2 0-46 16,2 0-43-16,0 0-10 16,2 0 2-16,11 7 5 15,24 9 44-15,51 20 39 16,-29-14 11-16,17 2 0 0,-1-4 2 16,17 3-2-16,-3-1 3 15,18-3-1-15,-4-2 1 16,20 4 0-16,-8-2 1 15,20-2 0-15,-9 0 2 0,18 1 0 16,-13-7 2-16,19-3 6 16,-14-3 2-16,20-8 4 15,-13-3 1-15,19-4-1 16,-19 0-3-16,14-6 12 16,-23 3 3-16,4-1 4 15,-26-1 9-15,3-1 15 16,-27 6-11-16,-4-2 3 15,-24 4 0-15,-9 2 14 16,-22 3-4-16,-9 2 21 16,-11 0 4-16,-3 2 14 15,-5-1-16-15,-2 0-4 16,0 0-23-16,1 0-10 16,-1 0-21-16,0 0-5 15,0 0-9-15,1 0 0 16,-2 0-2-16,1 0 2 15,1 0-1-15,0 0 1 0,-1 0-2 16,1 0-3-16,0 0-3 16,0 0-2-16,-1 0-1 15,1 0-1-15,0 0 1 16,-1 0 0-16,1 0 0 16,-1 0-1-16,1 0-2 15,0 0-2-15,0 0-2 16,0 0-7-16,0 0-5 15,0 0-22-15,0 0-13 16,0 0-30-16,0 0-8 16,0 0-49-16,0 0-29 0,0-1-168 15,-1 0 19-15,-1-2-95 16</inkml:trace>
  <inkml:trace contextRef="#ctx0" brushRef="#br0" timeOffset="47113.84">10922 14243 268 0,'6'2'138'16,"-6"-1"-10"-16,1-1-54 16,-1 0-61-16,0-1-6 15,1 0-10-15,1 0 0 0,18-9 3 16,44-24 1-16,-32 11-2 15,16-13 1-15,3-2 0 16,18-15 0-16,2 0 1 16,14-15 1-16,-10 4 0 15,10-12 19-15,-12 8 13 16,6-4 13-16,-8 13 1 16,5-3 4-16,-13 15-15 15,3 1-13-15,-12 12-11 0,0 3-2 16,-10 9-5-16,0 1-1 15,-11 8-2-15,-2 2 0 16,-10 2 0-16,-4 1 0 16,-6 5 1-16,-4-1 23 15,-4 2 17-15,1 4 32 16,-4-2 14-16,0 0 19 16,0 0-15-16,0 0-10 15,-1 0-30-15,1 0-14 16,0 0-20-16,0 0-7 15,0 0-7-15,0 0 0 16,-2 0 0-16,1 0 3 16,1 0 2-16,-1 0 3 15,1 0-1-15,0 0 3 16,0 0-1-16,0 0 2 0,0 0-2 16,0 0 2-16,0 0-3 15,0 0-2-15,0 0-4 16,0 0-3-16,0 0-5 15,0 0-2-15,0 0 1 16,0 0-1-16,0 0 2 16,0 0 0-16,0 0 1 15,0 0 0-15,0 0 1 0,0 0 0 16,0 0 0-16,0 0-2 16,0 0 0-16,0 0 0 15,0 0 0-15,0 0 0 16,0 0 2-16,0 0 0 15,0 0 0-15,0 0 2 16,0 0 0-16,0 0-1 16,0 0-1-16,0 0-2 15,0 0-3-15,0 0-3 16,0 0-2-16,0 0-12 16,0 0-6-16,0 0-24 15,0 0-19-15,0 0-50 16,0 0-20-16,0 0-159 15,0 0-8-15,-1-2-56 16</inkml:trace>
  <inkml:trace contextRef="#ctx0" brushRef="#br0" timeOffset="48229">9019 15180 482 0,'-5'7'162'16,"1"-7"24"-16,0 0-109 15,3-1-47-15,0 1 10 16,0 0-2-16,0 0 7 16,-1 0-3-16,1 0-7 0,0 0-13 15,0 0-10 1,0 0-18-16,0 0-29 0,1 0-24 15,0 0-2-15,0 0 2 16,1-2 7-16,2 1 24 16,19 0 21-16,36-2 4 15,-25-1 3-15,1-5-1 16,12-3 1-16,-4-5 2 0,12-8 1 16,-6-2 2-16,7-2 4 15,-6 1 3-15,3-5 7 16,-10 3 0-16,9-4 9 15,-6 2-1-15,7-3 0 16,-5 5-7-16,7-1-1 16,-12 4-8-16,0 2 14 15,-12 4 5-15,-5 3 18 16,-10 6 5-16,-5 6 15 16,-7 3-10-16,1 2 0 15,-2 1-16-15,-2 0-7 16,0-1-15-16,-1 0-7 15,0 1-7-15,0 0 1 16,0 0 1-16,1 0 5 16,0 0 4-16,0 0 7 0,0 0-1 15,0 0-2-15,0 0-5 16,0 0-10-16,0 0-20 16,0 0-54-16,0 0-42 15,0 0-104-15,0 0-25 16,1-2-76-16,13-1-33 15</inkml:trace>
  <inkml:trace contextRef="#ctx0" brushRef="#br0" timeOffset="52160.99">8575 16106 904 0,'-2'6'287'16,"-3"-6"38"-16,-1-2-231 16,5 2-94-16,0-1-12 15,0 1-3-15,0 0-1 16,1 0 6-16,0 0 7 15,0-1 11-15,0 1 6 16,-1 0 3-16,1 0 5 16,-2 0-2-16,2 0-3 0,-1 0-7 15,0 0-5-15,0 0-9 16,0 0-21-16,1 0-34 16,0 0-8-16,1-1-1 15,23-3 6-15,53-15 16 16,-11-9 29-16,7-11 11 0,22-17 2 15,-3-5 2-15,10-17 2 16,-8 3 4 0,8-7-1-16,-17 8-1 0,3-2 1 15,-16 18 2-15,-8 0 7 16,-20 18 5-16,-8 8 11 16,-17 17 7-16,-5 5 7 15,-9 7 6-15,-2 4 3 16,-3 0-8-16,0-1-8 15,0 0-10-15,0 0-24 16,-1 0-23-16,1 0-60 16,0 0-46-16,0 0-206 15,0 1 5-15</inkml:trace>
  <inkml:trace contextRef="#ctx0" brushRef="#br0" timeOffset="53723.33">9088 17092 792 0,'1'6'315'16,"-1"-5"17"-16,0 0-193 15,0 1-84-15,0-1-38 0,0 0-18 16,0 0-10-16,0 0-5 16,0 0-1-16,0 1 7 15,0-1 3-15,0 0 1 16,0 0-3-16,0 0-1 16,0 0-12-16,0 0-5 15,0-1-12-15,0 0-3 16,0 0-5-16,1 0 12 15,1 0 6-15,8 2 14 0,14-2 5 16,38-7 7-16,-22-8 2 16,2-5 0-16,15-9 1 15,0-5 1-15,10-9 2 16,-6-1 0-16,10-10 1 16,-14 6-1-16,7-4 2 15,-8 8 1-15,6-3-1 16,-10 5 0-16,3-5 3 15,-11 5-2-15,3-7 15 16,-12 9 8-16,-1-1 15 16,-11 11 3-16,-5 5 16 15,-9 11-1-15,-4 6 22 16,-5 7 1-16,0 0 15 16,0 2-10-16,0-1-8 15,0 0-31-15,0 0-14 16,-1 0-22-16,1 0-8 0,-1 0-6 15,1 0-2-15,0 0-1 16,-1 0-1-16,1 0 2 16,0 0 0-16,-2 0 2 15,2 0 1-15,0 0-1 16,-1 0-3-16,1 0-6 16,0 0-29-16,0 0-29 0,0 0-98 15,0 0-89-15,0 0-170 16,1 0-41-16</inkml:trace>
  <inkml:trace contextRef="#ctx0" brushRef="#br0" timeOffset="55047.13">10074 18584 503 0,'1'19'343'0,"-2"-11"-67"15,0-29-82-15,1 19-140 16,1 6-54-16,-2-4-7 16,1 0-6-16,0 0-8 0,0 0-1 15,0-1 0-15,0 0 4 16,1 0 2-16,0 0 8 15,20-2 2-15,36-4 1 16,-26 1 2-16,4-6 0 16,12-1 0-16,3-3 0 15,8-7-1-15,-4 0 0 16,13-6-1-16,-4 4 8 16,14-13-3-16,-3-6 1 15,11-8 1-15,-6 5 2 16,3-14-3-16,-11 7 7 0,7-9 1 15,-8 7-1-15,3-11 5 16,-8 11 4-16,-5 6 10 16,-15 13 8-16,-5 6 12 15,-16 11-2-15,-6 6 19 16,-9 5 3-16,-4 5 17 16,-7 3-3-16,1-1 11 15,0 2-21-15,0 0-13 16,1 0-25-16,0 0-6 15,0 0-15-15,0 0-3 16,0 0-8-16,0 0-22 16,0 0-24-16,0 0-82 15,0 0-99-15,0 0-177 16,0-1-34-16</inkml:trace>
  <inkml:trace contextRef="#ctx0" brushRef="#br0" timeOffset="57812.75">3837 13216 571 0,'-46'-32'435'0,"4"14"-76"16,-3-3-18-16,8 4-245 15,-4-2-16-15,7 5-24 16,-1 1-14-16,2 3-30 15,-6 0-11-15,5 3-5 16,-7 0-12-16,5 4 0 16,-5 0 6-16,2 3 1 0,-10 4 0 15,3 3 8-15,-9 3-3 16,6 3-2-16,-4 6-6 16,7 2 1-16,-3 7-7 15,7 2 1-15,-4 7-12 16,5 2-6-16,-8 15-18 15,7 7 1-15,-10 22 1 16,6 4 12-16,-3 18 11 16,9-3 19-16,-3 17 3 15,9-6 3-15,-1 16-2 16,7-10 3-16,6 19-3 16,9-13 1-16,3 12-1 15,7-10 0-15,3 21-1 16,3-15 1-16,4 21 0 15,4-11-2-15,6 26-4 16,4-16-2-16,9 34-6 0,0-10 0 16,9 37-7-16,0-20 3 15,9 35-1-15,0-22 2 16,12 27-2-16,-4-33 10 16,9 18-1-16,-1-36 2 15,12 1 0-15,-3-50 3 16,13 6-2-16,-3-37 3 15,11 27-3-15,-13-46 7 0,15 1-1 16,-7-26 2-16,10 8-2 16,-5-46 3-16,24 20 0 15,-9-9 2-15,12-3 1 16,-6-18 0-16,22-8 2 16,-14-12-2-16,9-7 0 15,-11-8-1-15,19-12 3 16,-20 0-1-16,17-1 0 15,-14 0 0-15,22-15 0 16,-21 4-4-16,15-13 1 16,-13-8-1-16,18-6 0 15,-20 10 3-15,17-13-1 16,-14 4 0-16,12-11 1 16,-16-1-1-16,14-9-2 0,-10 0 2 15,11-25-1-15,-13 5-1 16,13-22-1-16,-16 1 1 15,11-23 0-15,-23 18 2 16,10-19 1-16,-21 11 0 16,6-13 1-16,-21 14 1 15,14-28-1-15,-19 11 1 16,7-35-1-16,-13 16 1 16,3-27 1-16,-18 28-1 15,-9-15 3-15,-19 40 1 16,-4-12 17-16,-17 38 18 0,-13 4 47 15,0 30 27-15,-10 0 34 16,-9 27-9-16,-9-5-8 16,-3 8-47-16,-17-9-27 15,-2 3-36-15,-15-10-5 16,4 9-9-16,-9-9 6 16,3 11 3-16,-13-1 5 15,1 18-3-15,-15-5 8 16,4 13-5-16,-17-4-8 15,6 11-4-15,-14-6-1 16,12 9-7-16,-26-2-7 16,15 10 3-16,-13-2-3 15,10 7-4-15,-27 2-13 16,19 8 0-16,-12-1-6 16,9 6 3-16,-15 3 2 0,22 5 11 15,-14-2 2-15,11 2 7 16,-17-1-15-16,29-2 17 15,-18-5 1-15,16 2 0 16,-12-3 4-16,20-1 17 16,-23 1-13-16,19 7-2 15,-16 3 0-15,17 2-4 16,-18 2-2-16,21 3 0 0,-16 0 3 16,20-3 0-16,-13 2 7 15,17-1 1-15,-18 1-1 16,20-1-1-16,-10 4-1 15,12 2-7-15,-14 8-4 16,19 4-2-16,-13 8-11 16,16 3-4-16,-5 6-4 15,19 2-65-15,-5 16-74 16,17 2-50-16,1 22-198 16,19 5-23-16</inkml:trace>
  <inkml:trace contextRef="#ctx0" brushRef="#br0" timeOffset="58534.54">9842 11215 1039 0,'0'8'244'0,"-1"-9"86"16,1 1-309-1,0-1-50-15,0 0-17 0,0 0-4 16,2-2 2-16,37-16 5 16,46-59 29-16,-12 12 12 15,5-12 0-15,25-23 0 16,-2-2 1-16,19-18 0 16,-9 6 0-16,21-13 1 15,-20 22 3-15,8-6-1 16,-17 22-1-16,8 0-6 15,-23 22-13-15,1 0-39 16,-16 13-22-16,-3 1-55 16,-20 18-32-16,-8 6-73 15,-18 14 14-15,-10 19-35 16</inkml:trace>
  <inkml:trace contextRef="#ctx0" brushRef="#br0" timeOffset="58906.33">10546 11232 471 0,'-17'25'200'16,"15"-21"-13"-16,9-8-101 16,2-6-101-16,16-17-5 15,12-11 9-15,20-21 10 16,11-9 14-16,18-24 19 15,-2-1 26-15,11-13 9 16,-9 11-6-16,9-6-4 16,-14 16-17-16,0 2-25 15,-13 17-11-15,-3 1 1 16,-19 15 0-16,-4 11 1 16,-15 16 0-16,-6 7-1 15,-9 11 1-15,-5 0-2 16,-4 7-1-16,-2-1-4 15,-1-1-3-15,0 0-24 16,0 0-22-16,0 0-57 16,0 0-46-16,0 0-99 0,1 1-17 15</inkml:trace>
  <inkml:trace contextRef="#ctx0" brushRef="#br0" timeOffset="67979.53">21290 13321 632 0,'10'10'232'0,"-3"-12"14"15,-4 5-180-15,-3-2-26 16,0-1-46-16,0-1-9 15,0 0-3-15,0-1 2 16,0 1 3-16,1 0 6 16,0 0 6-16,12-6-2 15,4-4-1-15,47-37-1 16,-31 21 0-16,11-7 1 16,2-2 2-16,14-6 3 15,-2 1 0-15,13-4 0 16,-3 5 0-16,11-5 0 15,-3 6-2-15,15-6 0 16,-5 5 0-16,14-9 0 0,-11 5 1 16,7-1 10-16,-15 6 7 15,2 1 13-15,-13 7 6 16,1 1 10-16,-16 7-8 16,0 1-3-16,-13 5-8 15,-4 3 2-15,-14 4-8 0,-4 4 3 16,-6 4-6-16,-5-2 1 15,-3 2-10-15,0 1 0 16,-3-2-3-16,-3 3 1 16,0-1-1-16,0 1 4 15,0 0-1-15,0 0 3 16,0-1-2-16,0 1 4 16,0-1-4-16,0 0 0 15,0 0-5-15,0 1 0 16,0 0-5-16,0 0 1 15,0 0-3-15,0 0 3 16,0 0-1-16,0 0 1 16,0 0 0-16,0 0-1 15,0 0-2-15,0 0 1 16,0 0-1-16,0 0 1 16,0 0-2-16,0 0-8 15,0 0-20-15,0 0-75 0,0 0-85 16,0 0-125-16,0 0-52 15</inkml:trace>
  <inkml:trace contextRef="#ctx0" brushRef="#br0" timeOffset="69608.88">20043 14092 609 0,'1'1'207'0,"0"0"23"16,0 0-164-16,0 0-42 15,0 0-25-15,1 0-2 16,-1 1-5-16,0-1-4 16,0 0 1-16,0 0 0 15,1 0 0-15,12 3 4 16,9-3 4-16,48-13 3 0,-31-11 3 16,12-10 2-1,0-5-1-15,8-6 0 0,-8 5 0 16,5-2 0-1,-4 7 0-15,11-8 2 0,-2 7-2 16,19-8 1-16,-3 3-2 16,11-5-2-16,-6 10 0 15,3-2 1-15,-18 7-1 16,-1 1 18-16,-16 7 13 16,-7 5 19-16,-17 4 6 0,-5 7 12 15,-10 2-12-15,-3 2-3 16,-6 1-16-16,2-1 1 15,-3 0-11-15,-2 1-1 16,0 1-9-16,0-1 0 16,0 0-6-16,0 1 1 15,0 0-4-15,0 0 1 16,0 0-5-16,0 0-7 16,0 0-11-16,0 0-21 15,0 0-16-15,0 0-58 16,0 0-35-16,-1 0-179 15,0 0 10-15</inkml:trace>
  <inkml:trace contextRef="#ctx0" brushRef="#br0" timeOffset="72170.05">20021 16239 657 0,'9'14'267'0,"-3"-7"-1"16,-5-5-187-16,-1-3-21 15,-1 0-59-15,1 0 1 16,0 0 2-16,0 0 1 15,-1 1 0-15,1 0-7 16,0-2 0-16,1 1-3 0,32-10-1 16,57-28 2-16,-27 2 7 15,10-8 0-15,-14 3 0 16,-3 3 4-16,-16 4 8 16,-2 3 27-16,-14 6 5 15,5-1 3-15,-6 2-3 16,6 5-10-16,-4 4-28 15,6 3-9-15,-4 3-5 16,3 1-2-16,-10 2-4 16,1 3-35-16,-11 0-37 15,0 3-120-15,-8-1-97 0,-8 13-41 16</inkml:trace>
  <inkml:trace contextRef="#ctx0" brushRef="#br0" timeOffset="72797.64">19610 17217 765 0,'4'1'213'0,"-5"-2"46"15,1 1-212-15,0 0-42 16,0-1-13-16,0 1 0 16,0 0 0-16,0 0 5 15,0-1 4-15,0 1 3 16,0 0 0-16,0-2-1 16,1 1-3-16,0 0 0 15,10-1-2-15,16-5 0 16,41-15-2-16,-21-1 2 15,4-5 0-15,12-11 0 16,-2 2 1-16,7-5 2 16,-8 2 0-16,7 1 4 15,-10 6 3-15,5 0 7 16,-11 6 4-16,0 4 18 16,-16 5 6-16,0 6 14 15,-11 3-3-15,-2 5 5 0,-12 2-15 16,-2-1 0-16,-5 3-15 15,-4 2-3-15,-1-4-9 16,1 1-6-16,1 1-9 16,0 0-13-16,0 0-29 15,-1 0-117-15,1 0-190 16,-1 0 0-16</inkml:trace>
  <inkml:trace contextRef="#ctx0" brushRef="#br0" timeOffset="73461.11">18205 18613 874 0,'-9'7'285'0,"5"-7"33"15,4 2-246-15,-1-3-65 16,1 0-41-16,0 0-2 15,0 1 3-15,0-1 23 16,0 1 23-16,0 0 14 16,0 0 1-16,0 0-11 15,0 0-26-15,0 0-10 16,1-1-7-16,32-13-2 16,48-34 9-16,-13 2 11 15,-2 5 1-15,8-17 4 16,-4-1 1-16,4 6 4 15,-17 13 1-15,-1-3 1 16,-11 19 1-16,-2 7 7 16,-16 10-4-16,-2 3 4 15,-8 1 0-15,-5 2 6 0,-3 3-5 16,-4-2-1-16,0 0-5 16,0 1-11-16,-5-1-43 15,1 0-257-15,1 1 60 16</inkml:trace>
  <inkml:trace contextRef="#ctx0" brushRef="#br0" timeOffset="83852.06">18356 10919 926 0,'3'6'281'0,"-3"-4"47"16,2-2-255-16,-2-1-61 16,0 0-26-16,0-1-9 15,0 1-1-15,1 0 3 0,0 0 10 16,15-4 6 0,7-2 4-16,43-18-1 15,-34 7 0-15,12-9-1 0,2-1 0 16,20-13 0-16,1-1 3 15,18-7-1-15,3 0 2 16,7-2 0-16,-12 7 1 16,5-1-1-16,-20 7 2 15,-2 0-1-15,-16 9 1 0,3-1-1 16,-11 8-1-16,-1 2-2 16,-10 9-20-16,2 2-82 15,-8 4-66-15,-3 6-136 16,-7 7-57-16</inkml:trace>
  <inkml:trace contextRef="#ctx0" brushRef="#br0" timeOffset="84474.98">18591 11212 576 0,'-36'20'215'16,"17"-15"47"-16,4-2-112 16,7-3-63-16,4 2-1 0,4-4-26 15,0 1-29-15,0 0-29 16,1 0-4-16,14-8-3 16,22-3 0-16,39-51 3 15,-20 29 2-15,-6 3 0 16,12-4 3-16,-8 6 0 15,10-2 1-15,-8-2-2 0,4 1 0 16,-8 4-2 0,1-3 1-16,-11 4 0 0,1 6 1 15,-10 2 4 1,-2 3 12-16,-8 7 5 0,-4 1 10 16,-8 1 3-16,-1 4 6 15,-7 0-8-15,-1 3 3 16,-2 0-6-16,0 0 3 15,0 0-5-15,-1 0 2 16,1 0-6-16,-1 0 0 16,1 0-6-16,-1 0 2 15,1 0-5-15,-1 0-2 16,1 0-4-16,-1 0-2 16,1 0-5-16,0 0-1 15,0 0-2-15,0 0 0 16,0 0 0-16,-1 0-2 0,1 0-1 15,0 0-2-15,0 0-1 16,0 0-5-16,0 0 0 16,0 0-4-16,0 0 1 15,0 0-6-15,0 0 0 16,0 0-13-16,0 0-11 16,0 0-51-16,0 0-3 15,1 0-80-15,7 1-75 16,31 5-79-16,54-5-31 15</inkml:trace>
  <inkml:trace contextRef="#ctx0" brushRef="#br0" timeOffset="89169.56">26222 10952 472 0,'-3'9'232'16,"3"-10"35"-16,-2 1-109 15,4-1-18-15,-2 1-24 16,0 0-54-16,0 0-29 16,0 0-23-16,0-1-10 15,1 0-3-15,2-1-6 16,27-16 1-16,54-32 1 15,-26 13 3-15,23-11-2 16,-1 2 2-16,18-6 1 16,-7 6 2-16,14-6-2 15,-12 9 3-15,15-9-1 16,-8 3 1-16,28-8-1 16,-7 1 2-16,19-9-1 15,-15 6 1-15,11-1-1 16,-25 10 0-16,-3 4 0 0,-19 15 0 15,2 1-4-15,-17 12-12 16,0 1-48-16,-10 6-33 16,2 3-84-16,-12 6-61 15,2 8-30-15,-13 9-45 16</inkml:trace>
  <inkml:trace contextRef="#ctx0" brushRef="#br0" timeOffset="90386.49">31355 13766 662 0,'12'11'263'15,"-7"-7"34"-15,-4-5-159 16,0 4-67-16,-1-5-11 16,1 1-35-16,13-3-11 15,15-8-7-15,40-21 3 16,-37 15-1-16,8-6 1 15,-6 0-4-15,10-7 1 16,1 2-2-16,7-6-2 16,-5 3-3-16,6-2 1 15,-10 5-2-15,3-1 2 16,-10 6-3-16,5-1 1 16,-6 9-3-16,5 0 1 15,-5 3-5-15,2 3-25 16,-9 2-17-16,6 2-32 15,-9 2-28-15,3 2-77 0,-6 4-22 16,0 2-56-16,-11 1-39 16</inkml:trace>
  <inkml:trace contextRef="#ctx0" brushRef="#br0" timeOffset="91551.89">30285 15687 681 0,'-1'8'220'16,"-1"-8"40"-16,1-1-194 15,1 0-22-15,0 1-29 16,0 0-9-16,0 0-8 0,0 0 3 16,0 0 0-16,0 0-10 15,0 0-10-15,0 0-14 16,0 0-7-16,0 0-3 16,0 0 10-16,0 0 6 15,0 0 12-15,0 0 3 16,1 0 7-16,1-1 0 15,10-2 4-15,12-1 0 16,35-9 0-16,-21 5 0 16,0 2 0-16,12-6 3 15,-4-5 2-15,12-6 4 16,-2-3 7-16,12-9 4 16,-4 1-2-16,11-6 0 15,-10 5-4-15,15-6-2 16,-9 8-4-16,10-4 1 15,-6 4-2-15,14-3 3 16,-18 6 7-16,5-1 7 0,-12 7 4 16,0-2 2-1,-17 7-4-15,1 0-8 0,-11 5-9 16,-4 3-3-16,-10 5-3 16,-3 1-1-16,-9 7-2 15,-2-4 0-15,-3 2-1 16,0 0 1-16,-4 0 0 15,-2 0 2-15,0 0 0 16,0 0-3-16,0-1-9 16,0 1-23-16,0 0-26 0,0 0-66 15,0 0-69-15,-1 0-61 16,0 0-43-16</inkml:trace>
  <inkml:trace contextRef="#ctx0" brushRef="#br0" timeOffset="110729.48">30205 12157 643 0,'-14'13'251'0,"5"-6"28"15,7-9-171-15,3 4-23 16,-1-2-30-16,-1 0-2 16,1 0-9-16,0 0-10 15,0 0-18-15,0-2-14 16,1 0-12-16,38-17-11 15,53-59 4-15,-13 26 6 0,-3-4 7 16,10-6 2-16,-8 9 3 16,8-7-1-16,-10 3 1 15,11 1-2-15,-11 7 0 16,8 2-3-16,-15 12-1 16,0 7-24-16,-15 5-20 15,-1 6-67-15,-17 11-54 0,0 0-126 16,-10 3-18-16</inkml:trace>
  <inkml:trace contextRef="#ctx0" brushRef="#br0" timeOffset="111867.62">30832 11956 121 0,'-52'38'226'16,"18"-13"-42"-16,5-5 8 15,13-12-55-15,6-2-36 16,3-6-58-16,3 3-13 16,3-3-14-16,1 0 9 15,0 0-5-15,0 0-5 16,0 0-6-16,0-2 2 16,1 1 6-16,13-3 28 0,25-14 12 15,58-25 7-15,-29 8 0 16,16-15-18-16,-3 2-29 15,11-7-8-15,-10 3-4 16,8-4-3-16,-13 15 0 16,3-2-1-16,-16 11 0 15,-1 2 0-15,-17 10 0 16,-6 5-1-16,-12 5 0 16,-6 3-1-16,-11 4 1 15,-4-1 3-15,-4 2 1 16,-1 1 6-16,-4 1 4 0,2 0 8 15,0 0 1-15,0 0 4 16,0 0-4-16,0 0 0 16,0 0-7-16,0 0-2 15,0 0-4-15,-1 0-2 16,0 0-3-16,1 0-2 16,0 0-1-16,-1 0-1 15,1 0-1-15,0 0-2 16,0 0 0-16,0 0-2 15,0 0 0-15,0 0-3 16,0 0 1-16,0 0-2 16,0 0 2-16,0 0 0 15,0 0 3-15,0 0 0 0,0 0 1 16,0 0 2-16,0 0 0 16,0 0 1-16,0 0 0 15,0 0 0-15,0 0 0 16,0 0 0-16,0 0 0 15,0 0 2-15,0 0-1 16,0 0 0-16,0 0 1 16,0 0-2-16,0 0 1 15,0 0-1-15,0 0 0 0,0 0-1 16,0 0 1-16,0 0-1 16,0 0 0-16,0 0-1 15,0 0 1-15,0 0 0 16,0 0 0-16,0-1 0 15,0 1 1-15,0 0-1 16,0 0 0-16,0 0 0 16,0 0 0-16,0 0 0 15,-1 0 0-15,1 0 0 16,0 0 0-16,0 0 0 16,0 0 0-16,0 0 0 15,0 0 0-15,0 0 0 16,0 0 0-16,0 0 0 15,0 0 0-15,0 0 0 16,0 0 0-16,0 0 0 0,0 0 0 16,0 0 0-16,0 0 0 15,0 0 0-15,0 0 0 16,0 0 0-16,0 0 0 16,0 0 1-16,0 0 0 15,0 0 0-15,0 0 0 16,0 0 0-16,0 0-1 0,0 0 0 15,0 0 0 1,0 0 0-16,0 0 0 0,0 0 0 16,0 0 1-16,0 0-2 15,0 0 0-15,0 0-1 16,0 0 1-16,0 0-2 16,0 0 0-16,0 0-8 15,0 0-15-15,0 0-47 16,0 0-42-16,0 0-141 15,0 0-61-15,0 0-52 16</inkml:trace>
  <inkml:trace contextRef="#ctx0" brushRef="#br0" timeOffset="117711.92">25352 8730 767 0,'-7'-10'250'16,"2"3"45"-16,-1 0-218 15,4 2-25-15,0 2-31 16,-1-1-16-16,2 3-10 16,1-1-5-16,0 1 0 0,0 0-8 15,0 0-1-15,1-1-5 16,3-1 2-16,22-6-4 15,41 0 7-15,-24 17-4 16,0 7 5-16,10 13-2 16,-2 7 5-16,7 20 0 15,-6 7 5-15,6 19 1 16,-10-2 6-16,9 17-2 16,-7-10 4-16,12 8-1 15,0-17 2-15,9 0-4 16,-6-23 2-16,12-4-2 15,-7-18 1-15,19-5 0 16,-3-15 2-16,15-5 0 16,-6-9 2-16,15-13 0 15,-17-8 2-15,5-10 1 16,-16-7 2-16,-2-17 16 16,-17 1 11-16,-1-15 30 0,-18 6 15 15,-2-6 19-15,-18 11 6 16,-10 5 30-16,-12 18-17 15,-9-1-17-15,-8 9-23 16,-6-1-23-16,-1 3-41 16,-5 0-14-16,4 5-3 0,-1 6 0 15,-2 7-4-15,-1 6-9 16,0 4-2-16,-6 7-5 16,1 4-1-16,0 7-9 15,1 4-1-15,-8 18-9 16,4 6 2-16,-5 14 0 15,4 4 9-15,6 18 2 16,14-1 11-16,1 13-1 16,7-3 5-16,8 24 2 15,6-15 5-15,6 12 0 16,6-15 2-16,7 4-1 16,0-22 3-16,3 0 0 15,-4-20 2-15,4 6 2 16,-3-15 0-16,0-1 0 0,-6-8 1 15,1-8 0 1,-8-9 1-16,-1-4-1 16,-4-9 1-16,-4-5 2 0,1-3 2 15,-5-5 2-15,2 2 2 16,-1-1-2-16,0-1-6 16,-1 1-50-16,1 0-57 15,-2 0-212-15,1 0 4 16</inkml:trace>
  <inkml:trace contextRef="#ctx0" brushRef="#br0" timeOffset="121797.12">21208 8763 677 0,'-21'-7'378'16,"3"-2"-58"-1,-2 0-63-15,0-1-249 0,-3 0 9 16,8 3 18-16,1 1 5 16,2 2-15-16,2 0-18 15,-5 3-32-15,-6 5-34 16,-4 2-17-16,-13 13-8 15,-6 6 8-15,-10 19 12 16,1 8 23-16,-8 19 2 16,6 3 0-16,-1 21-11 15,11-1 7-15,-3 22 2 16,13-7 8-16,3 24 11 16,7-12 15-16,5 16 3 15,10-19 2-15,1 14 2 16,6-14 0-16,4 13 2 0,6-18 0 15,7 20 1-15,5-15 0 16,11 12 0-16,3-19-1 16,7 13 3-16,1-19 4 15,8 3 3-15,-3-19 2 16,16 0 5-16,0-20-2 16,20-4 1-16,4-18-2 0,24-2 1 15,4-14 8-15,21-5-4 16,-6-13-4-16,26-7-2 15,-12-11-1-15,26-13-11 16,-7-11 2-16,36-17 2 16,-8-6-1-16,36-26-60 15,-19 1-110-15,29-21-99 16,-37 1-62-16</inkml:trace>
  <inkml:trace contextRef="#ctx0" brushRef="#br0" timeOffset="122477.38">20581 8682 892 0,'-10'7'160'0,"15"-9"39"15,28-3-249-15,17-7-37 16,20-6-1-16,40-13 54 15,12-6 33-15,41-13-2 16,1-5 2-16,34-13 1 16,-10 7-1-16,37-11 0 15,-11 7 3-15,48-8 1 16,-20 9 0-16,61-11 2 16,-16 9-2-16,41-4-3 15,-34 12 0-15,48 1-1 16,-48 13 1-16,31 8 0 15,-37 13 2-15,31 13-2 16,-50 14 5-16,21 17-4 0,-46 14 2 16,11 23 1-16,-48 14 2 15,17 28 1 1,-39 7 7-16,9 36 0 0,-37-2-3 16,-2 28 0-16,-39-6-5 15,-17 23-2-15,-40-23-3 16,-21 25 1-16,-30-26-3 15,-30 17-1-15,-23-18 3 16,-35 20-2-16,-23-25 4 0,-35 21 8 16,-5-28 8-1,-43 10 7-15,7-28 10 0,-41 6 9 16,13-29-2-16,-42 3 7 16,21-24-11-16,-47 2-6 15,33-20-14-15,-60 3-108 16,17-7-195-16,-40-4 24 15</inkml:trace>
  <inkml:trace contextRef="#ctx0" brushRef="#br0" timeOffset="125100.4">7750 9997 850 0,'-2'2'241'0,"0"-2"50"15,1-4-242-15,1 4-30 16,-1 0-29-16,1 0-11 15,-1 0-3-15,0 0-12 16,-1 0-3-16,1 0-7 16,0 2 1-16,-6 9-6 15,-4 18 9-15,-9 49 6 16,19-27 13-16,3 10 5 16,3-2 9-16,1 12 2 15,-3-8 1-15,-3 8 3 16,-3-3 2-16,-2 12 2 15,-1-9 0-15,4 9 0 16,2-11-1-16,-1-2-1 0,3-13 1 16,0 2-1-16,2-7 1 15,2 5-1-15,3-7 0 16,6 6 0-16,2-8 0 16,11-1 0-16,4-9 0 15,15-1-1-15,5-11 0 16,16-7-1-16,1-7 2 15,18-9-1-15,-1-5 2 16,19-3-1-16,-7-3 2 16,19 1-3-16,-8-1 2 0,21-4-3 15,-10-4 1-15,29-2-1 16,-6-2 2-16,20-1-1 16,-15 3 1-16,25 2 3 15,-21 4-6-15,22 0 0 16,-13 2 2-16,20-2 0 15,-18 1-2-15,24 0 4 16,-21 3 1-16,23-1-1 16,-20 4-1-16,22-2 2 15,-18 1-1-15,16-7 1 16,-17-1 0-16,24-1 2 16,-27 4 0-16,19-1-1 15,-20 7 0-15,13 5 1 16,-23 3-1-16,22 2 0 15,-20 1 9-15,25 5-4 16,-20-2-1-16,22-1 0 0,-25-3 1 16,18-2-8-1,-22 0 2-15,15 1 0 0,-26-1 0 16,25 3-1-16,-21-2-1 16,24-5 1-16,-10-3 3 0,27-3 1 15,-25-8-1-15,24 0-2 16,-25 2 5-16,15 0-4 15,-25 7-2-15,16 5 1 16,-28 0 3-16,17 6-6 16,-23 3 3-16,15 0-1 15,-18 1 2-15,14 3-1 16,-18-2 0-16,15 1-1 16,-20 0 1-16,10 2-2 15,-20 0 3-15,13 2 0 16,-18-2 1-16,15 1 0 15,-14-4 0-15,14-1-1 16,-13-2 0-16,8-6 0 16,-18-1-1-16,8-4 1 15,-14-1 1-15,5-2-1 16,-11-3 1-16,12-1-1 0,-12 0 0 16,10-4-2-16,-10-5 1 15,10-11 0-15,-14-5 0 16,9-20 4-16,-16-5 1 15,3-17 6-15,-13 6 1 16,-3-12 10-16,-18 9 5 16,-1-8 14-16,-15 10-3 15,0-15-1-15,-11 9-8 0,-2-18-14 16,-10 3-7-16,-4-16 1 16,-13 14-2-16,-8-20 10 15,-1 18 10-15,-4-13 5 16,-1 15 7-16,-4-11 19 15,6 18 9-15,-9-10 9 16,2 18-12-16,-9-9-8 16,3 16-20-16,-10-7-19 15,1 14-16-15,-13-7-11 16,0 12-2-16,-14-8-3 16,-1 15-7-16,-24-2-21 15,1 13 5-15,-19 5 9 16,4 10 4-16,-28 4-3 15,9 11 14-15,-28 5 0 16,-1 10-8-16,-33 10-2 16,11 6 7-16,-28 10 8 0,19-1 5 15,-24 2 9-15,25-5 2 16,-26-1 3-16,25-7 8 16,-26-2 16-16,25-3-4 15,-32-1 1-15,26-1 2 16,-29-2-8-16,18 5-18 15,-29 1-7-15,22 4-3 16,-26 3-1-16,18 3-2 16,-25 1 1-16,21 1 1 15,-24 3 2-15,17-1-1 0,-29 11-18 16,19 0-1-16,-21 6 2 16,24-2 0-16,-21 2-9 15,33-8 12-15,-17 4-9 16,21-1-4-16,-24 11-8 15,27 2 9-15,-19 9 7 16,25-3 12-16,-15 7 3 16,20-9 6-16,-19 5-3 15,32-12 2-15,-15-4 19 16,31-14 6-16,-7-7 0 16,35-15 7-16,-17-3 6 15,25-5-21-15,-21 1-3 16,25 1 3-16,-15 5-3 15,18-2-12-15,-16 10-5 16,25-2-1-16,-8 0-3 0,18 1 1 16,-4-2 8-16,22-7 5 15,-5-2 0-15,19 0-1 16,-1-3 1-16,15 0-4 16,-3 1 2-16,15 3 3 15,-3 5-5-15,11 3-6 0,-4 9-9 16,12 3-6-16,-2 14-14 15,6 0 2-15,-2 13-3 16,5-3 8-16,-1 7-4 16,9-6 7-16,2 8-3 15,10-7 4-15,7 15 0 16,8-3 7-16,12 16-1 16,7-3 7-16,15 16 4 15,5-4 10-15,22 26-153 16,0-1-125-16,10 21-1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04:04:17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10880 7107 648 0,'5'3'209'16,"-5"-14"21"-16,12-1-168 15,4-7-67-15,17-11-10 16,12-11 2-16,21-13 0 16,4-2 6-16,20-12 0 15,-5 9 3-15,8-13-2 16,-9 6 4-16,12-13-1 15,-10 9 2-15,10-10 0 16,-15 14 4-16,1 1-2 16,-20 17 0-16,-3 4-25 15,-16 15-40-15,1 4-145 16,-9 10-7-16,-6 5-85 0</inkml:trace>
  <inkml:trace contextRef="#ctx0" brushRef="#br0" timeOffset="442.08">11320 7011 578 0,'3'23'258'0,"3"-8"-9"15,-3-13-132-15,1-6-80 16,7-6-34-16,14-15-1 16,9-12-1-16,22-18-1 15,7-5 8-15,12-12 6 16,0 8-2-16,8-11-1 16,-14 9-4-16,11-7-1 15,-12 12-6-15,0 2-1 16,-14 18 1-16,-2 4-1 15,-17 15-1-15,-8 5 0 16,-12 9-1-16,-4 3-2 16,-9 4-1-16,0 2-2 15,-2 0 2-15,-1-1-1 0,1 0 3 16,0 0-2-16,-1 0 1 16,1 0-15-16,0 0-21 15,0 0-53-15,0 0-6 16,0 0-66-16,0 0-44 15,0 0 0-15,1 1-27 16</inkml:trace>
  <inkml:trace contextRef="#ctx0" brushRef="#br0" timeOffset="6405.08">7351 6153 954 0,'-14'-29'318'16,"-7"11"45"-16,-9 7-264 16,1 5-69-16,-15 12-47 15,0 7-26-15,-15 6-4 16,2 3 7-16,-3 10 9 16,11-6 23-16,-3 3 2 15,13 0 0-15,-4 9-3 16,11 1-3-16,2 15-3 15,9 6 0-15,1 14 0 16,11 1 3-16,1 15-2 16,3-4 5-16,10 19-3 15,1-1 9-15,5 22-9 16,7-8 1-16,9 21 0 16,0-14 2-16,7 22-7 15,1-10 9-15,0 20-1 0,-9-14 3 16,2 30-1-16,-7-21 2 15,-4 30 3-15,-7-14 2 16,1 27-1-16,-9-19 3 16,-7 27 1-16,-7-24 0 15,-10 27 1-15,-11-30 2 0,-3 22 0 16,-7-30 1-16,-7 6 0 16,5-34 0-16,-9 12 2 15,1-39 2-15,-13 13 0 16,2-18-1-16,-20 18 0 15,4-18 0-15,-20 17-2 16,6-21-1-16,-10 6 0 16,15-27 3-16,-2-15 5 15,22-25 0-15,1-16 7 16,13-21 1-16,-7-13 6 16,10-2 10-16,-1-13 7 15,12 1-7-15,4-9-13 16,16 1-15-16,9-15-34 15,12 0-13-15,11-15-4 16,11 6 7-16,11-2 3 16,4 10 12-16,10 3-5 0,-4 18-15 15,5 4-10-15,-5 12 0 16,9 15 1-16,-2 9 7 16,16 12 18-16,1 7 12 15,16 13 2-15,-5 2 2 16,14 18 0-16,-9 4 2 15,16 23 0-15,-8 2 0 16,8 22 0-16,-9 0 0 16,8 13-1-16,-15-11-1 0,8 9 2 15,-10-17 1 1,8 5 2-16,-11-17 1 0,18 7 10 16,-6-15-25-16,26 2-247 15,-2-19 83-15</inkml:trace>
  <inkml:trace contextRef="#ctx0" brushRef="#br0" timeOffset="16518.34">26070 6720 402 0,'4'-6'251'16,"0"5"-39"-16,-1-1-68 15,-3 1-125-15,5 0-19 16,32-13-11-16,59-25 0 0,-26 3 8 15,22-15 3-15,-1-3 2 16,18-12-2-16,-8 4 0 16,14-4 0-16,-12 10 0 15,11-3 3-15,-9 8 4 16,13-3 6-16,-11 8 2 16,15 0-2-16,-16 10-1 15,8-1-4-15,-19 12-5 16,-3 2 0-16,-19 7-2 15,-4 3 2-15,-22 7-1 0,-6 0 5 16,-15 4 6-16,-4 0 10 16,-12 1 3-16,0-2 6 15,-3 4-2-15,-1-2-2 16,-6 0-9-16,0 1-3 16,0 0-5-16,0 0-2 15,-1 0-3-15,0 0 5 16,0-1 2-16,1 1 10 15,-1 0 2-15,1 0 4 16,0-1-4-16,0 1-3 16,0 0-7-16,0 0-3 15,0 0-4-15,0 0-1 16,0 0-2-16,0 0-2 16,0 0-2-16,0 0 0 15,0 0 1-15,0 0-1 16,0 0 2-16,0 0-1 15,0 0 0-15,0 0-1 16,0 0 1-16,0 0 1 0,0 0 1 16,0 0 3-16,0 0-1 15,0 0 0-15,0 0-1 16,0 0-4-16,0 0-38 0,0 0-274 16,-2 0 78-1</inkml:trace>
  <inkml:trace contextRef="#ctx0" brushRef="#br0" timeOffset="17419.05">12615 8060 918 0,'-1'9'217'16,"-1"-7"83"-16,1-2-263 15,-1-4-18-15,2 2-1 16,0 1-5-16,0 0-4 0,0 0-2 16,0 0-5-16,0 0-8 15,0 0-4-15,1-2-7 16,1 1-1-16,36-26 1 16,43-47 6-16,-11 21 4 15,3-6 6-15,14-6 0 16,-8 8 1-16,13-7 1 15,-17 10 1-15,7-4 2 16,-13 9 2-16,4-4 1 16,-15 13 1-16,3 0-3 15,-15 16-2-15,1 1-3 16,-11 9-1-16,2 2-6 16,-5 10-21-16,4 0-91 15,-2 6-80-15,13 4-97 16,-3-4-82-16</inkml:trace>
  <inkml:trace contextRef="#ctx0" brushRef="#br0" timeOffset="18775">25955 7644 296 0,'0'4'183'16,"1"-2"-7"-16,-1 0-40 15,0-4-83-15,0 2-11 16,0 0-4-16,0-1-21 15,1 0-6-15,21-5-2 16,47-18-3-16,-29 8-3 16,11-8 2-16,1-2 1 15,18-6 8-15,-3 1 5 0,14-8 6 16,-5 7-2-16,10-3 1 16,-11 5-8-16,7 0 1 15,-12 6 3-15,3-4 24 16,-13 5 4-16,2 1 15 15,-14 6 3-15,-12 1 2 16,-13 8-24-16,-6 1-5 16,-12 5-16-16,-2 1-10 15,-2 3-9-15,-1-3 2 16,0 0 2-16,0 0 5 16,-1 0 1-16,0 0 3 15,-1-2-2-15,2 1 2 16,0 1-2-16,0 0 0 15,0 0-3-15,0 0-1 16,0 0-5-16,0 0-1 16,0 0-2-16,0 0-2 0,0 0-1 15,0-1-1-15,0 0 1 16,0 1-1-16,0 0-1 16,0 0 0-16,0 0 0 15,0 0-2-15,-1 0 0 16,1 0 0-16,0 0 2 0,0 0 0 15,0 0 2 1,0 0 1-16,0 0 1 0,0 0 0 16,-1 0-1-16,1 0 0 15,0 0-1-15,0 0 1 16,0 0 0-16,0 0 0 16,0 0 1-16,0 0 1 15,0 0-1-15,0 0 1 16,0 0 1-16,0 0 0 15,0 0 2-15,0 0 3 16,0 0 1-16,0 0 1 16,0 0-1-16,0 0-2 15,0 0-5-15,0 0-3 16,0 0-8-16,0 0-75 16,0 0 23-16,0-1-294 15,-1-5 33-15</inkml:trace>
  <inkml:trace contextRef="#ctx0" brushRef="#br0" timeOffset="20593.05">11809 9065 568 0,'1'5'173'0,"-3"-7"22"16,1 1-180-16,1 1-60 15,1 0-4-15,2 0 3 0,33-3 5 16,37-14 41-1,-26-3 1-15,-3-7 5 0,7-7 5 16,-4 0 3-16,8-1 7 16,-3 1 3-16,10-6 17 15,-3 3-1-15,9-2-2 16,-7 4-7-16,6-2-5 16,-8 14-18-16,1-3-5 15,-12 6-2-15,2 4 0 16,-14 2 2-16,-4 0 1 15,-13 9 0-15,-4-1 28 16,-8 1 4-16,-2 4 5 16,-2-1 0-16,-4 1 1 15,1-1-26-15,0 1-4 0,0 0-4 16,0 1 4 0,0 0 0-16,0 0 2 0,0 0 1 15,0 0 1-15,0 0-2 16,0 0 2-16,0 0 1 15,0 0 2-15,0 0 0 16,0 0-2-16,0 0-4 16,-1 0-4-16,1 0-5 15,0 0-2-15,-1 0-1 16,1 0 0-16,0 0 2 0,0 0 1 16,0 0 0-16,0 0-2 15,0 0-1-15,0 0-4 16,0 0-2-16,0 0-8 15,0 0-11-15,0 0-56 16,0 0-60-16,0 0-153 16,1-1-18-16</inkml:trace>
  <inkml:trace contextRef="#ctx0" brushRef="#br0" timeOffset="21805.77">21630 8977 352 0,'6'14'118'16,"-5"-11"9"-16,4-1-81 15,2 0-51-15,-7-2 11 16,1 0 19-16,14 4 32 16,7-2 15-16,40 4 16 15,-37-16-6-15,9 4-6 16,-2-6-30-16,9-2-11 15,3-4-16-15,14-5-2 16,1-2-6-16,14-6-1 16,-2 1 0-16,8-5 4 15,-6 3 0-15,15-2 2 16,-12 5 0-16,9-1 0 16,-8 4-3-16,-1 1 10 0,-21 7 4 15,-7 4 2-15,-17 4 0 16,-7 4-1-16,-11 0-10 15,-4 5-1-15,-4-1-4 16,-1-1 7-16,-1 3 0 16,-3 0 11-16,0-1 1 15,0 0 6-15,0 0-7 16,0 0-2-16,0 0-11 0,0 1-6 16,0 0-6-16,0 0-2 15,0 0-1-15,0 0-1 16,0 0-1-16,0 0-1 15,0 0 0-15,0 0-1 16,0 0 0-16,0 0 0 16,0 0 1-16,0 0 0 15,0 0 1-15,0 0 0 16,0 0 1-16,0 0-2 16,0 0 1-16,0 0-2 15,0 0 1-15,0 0 0 16,0 0 1-16,0 0-1 15,0 0 1-15,0 0 0 16,0 0 1-16,0 0-1 16,0 0 0-16,0 0 0 15,-1 0 0-15,-1 0-1 0,2 0 0 16,0 0-2 0,0 0-1-16,0 0-13 0,0 0-13 15,0 0-44-15,0 0-30 16,0 0-86-16,0 0-140 15,2-1 5-15</inkml:trace>
  <inkml:trace contextRef="#ctx0" brushRef="#br0" timeOffset="22969.96">11522 10196 608 0,'-6'2'198'0,"1"-3"21"16,3 1-177-16,2 0-112 15,0 0-65-15,0 0-73 16,0-1 4-16,1 0 19 0,0 0 81 16,17-9 58-16,43-22 76 15,-25 7 13-15,0 1 5 16,14-5 21-16,0-1 2 15,6-9 17-15,-8 4-5 16,7-4 4-16,-8 2-23 16,9-6-9-16,-3 10-22 15,13-4-9-15,-7 5-14 0,7-2-4 16,-16 10-3-16,-2 3-1 16,-17 6 0-16,-4 6-2 15,-13 3 2-15,-4 3 1 16,-5 2 2-16,-1 1 0 15,-4 0-1-15,0 0-18 16,0-1-42-16,1-1-115 16,27 1 6-16</inkml:trace>
  <inkml:trace contextRef="#ctx0" brushRef="#br0" timeOffset="24266.99">21679 10169 961 0,'0'0'236'0,"1"2"74"16,-2-2-290-16,1 0-85 15,0 0-32-15,-2 0-35 16,2 0-3-16,0 0 27 15,0 0 77-15,0 0 76 16,0 0 51-16,0 0 37 16,0 0 1-16,-1 0 8 15,1 0-45-15,0-2-15 16,0 1-33-16,0 0-21 0,1-1-33 16,18-17-16-16,56-50-9 15,-18 22-10-15,5 2 7 16,17-7 6-16,-2 6 9 15,10-6 6-15,-8 9 10 16,5-3 2-16,-13 9 0 16,0 1 3-16,-15 7-2 0,-5 3 3 15,-9 6-2-15,-5 2 1 16,-13 8-1-16,0 0 0 16,-9 3-1-16,-1 3 1 15,-5 3-2-15,-3 1 3 16,-2 0 0-16,-2 1 1 15,-2-1-1-15,0 0 0 16,0 0-5-16,0 0-16 16,-1-1-7-16,0 0-22 15,-1 0-13-15,2 0-28 16,-1-1 4-16,0 1-87 16,0 0-105-16,-6-1 15 15</inkml:trace>
  <inkml:trace contextRef="#ctx0" brushRef="#br0" timeOffset="25181.29">12768 11129 914 0,'12'-2'229'16,"-37"2"55"-16,25 0-304 16,4 0-68-16,14-4-4 15,4-3 7-15,13-6 10 0,4-5 58 16,6-8 18-16,-11 1 6 15,5-4 7-15,-6 3 5 16,-1-5 11-16,-6 3 0 16,1-3 2-16,-4 4-8 15,-1 2-4-15,-6 9-14 0,-1 2-5 16,-3 8-5 0,-4 2-2-16,-2 1-3 0,-2 2-24 15,2-1-41-15,-6 1-165 16,1 0-3-16,22-3-93 15</inkml:trace>
  <inkml:trace contextRef="#ctx0" brushRef="#br0" timeOffset="26400.15">21785 11215 696 0,'3'4'182'16,"-2"-6"59"-1,-1 2-202-15,0 0-19 0,0 0-13 16,0 0-10-16,0-1-10 15,0 1 1-15,0-1 3 16,0 0 2-16,1 0 5 16,19-8 2-16,47-23 1 15,-15 8 1-15,2-3 1 0,13-5 5 16,-3-1 0-16,15 1 2 16,-11-1-1-16,10 1 2 15,-6 1-5-15,7 1-1 16,-12 0-3-16,6 4 1 15,-12 4-3-15,-7 3 6 16,-14 5 8-16,-5 4 16 16,-13 4 4-16,-8 2 6 15,-6 2-4-15,-4 1-4 16,0 0-14-16,-4 1 2 16,0 0-5-16,0-1 5 15,-1 1-3-15,1 0 2 16,0 0-5-16,0 0-1 15,0 0-8-15,0 0-9 16,-2 0-10-16,1 0-10 16,0 0-6-16,0 0-9 15,0 0 0-15,0 0-19 0,0 0-8 16,-1 0-39-16,0 0-23 16,-7 3-133-16,-21 8 15 15</inkml:trace>
  <inkml:trace contextRef="#ctx0" brushRef="#br0" timeOffset="27333.18">11690 12194 260 0,'52'-28'104'0,"0"-8"20"16,10-19-44-16,4 1-34 15,15-13 1-15,-9 8-12 0,10-6-15 16,-8 12-15-16,8-4-4 15,-15 14-11-15,-1 5-85 16,-18 15-50-16,-7 6-22 16</inkml:trace>
  <inkml:trace contextRef="#ctx0" brushRef="#br0" timeOffset="27673.26">11600 12657 431 0,'-7'10'145'0,"5"-8"18"16,2-2-115-16,7-7-34 15,8-5-9-15,18-16 3 0,13-12 1 16,20-14 15-16,4 1 6 15,9-14 4-15,-9 11 0 16,6-6 14-16,-11 11-9 16,7-7-1-16,-8 13-5 15,4 1-5-15,-15 9-20 0,3 1-2 16,-13 10-4-16,-1 4-2 16,-8 7-3-16,4 7-46 15,-7 0-90-15,7 5-91 16,-7 2-45-16</inkml:trace>
  <inkml:trace contextRef="#ctx0" brushRef="#br0" timeOffset="28452.9">25921 12354 718 0,'-5'15'198'16,"3"-10"55"-16,2-6-204 15,1 2 5-15,-1-1-12 16,0-1 21-16,0-1-3 16,0 1 2-16,1-1-19 15,10-30-4-15,55-46-21 16,-21 19-6-16,2 4-4 16,6-3-2-16,-9 13-3 15,10-4-4-15,-7 8 0 16,13-11-6-16,-1 0-17 0,13-8-105 15,-4 2-104-15,6-1-91 16,-16 15-105-16</inkml:trace>
  <inkml:trace contextRef="#ctx0" brushRef="#br0" timeOffset="28670.14">25970 12429 762 0,'-10'35'263'15,"10"-19"46"-15,7-24-203 16,14-7-56-16,39-39-18 0,31-21-25 16,60-41-14-1,25-17-31-15,56-35-261 0,-1 19-4 16,30-34-118-16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04:05:10.9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8659 6159 422 0,'-1'13'210'16,"0"-9"-45"-16,0-8-100 15,5 6-130-15,-4-2 0 16,2-2-1-16,-1 1 25 16,16-9 36-16,49-38 8 15,-34 11 0-15,13-9 6 16,0-2 2-16,9-13 17 16,-6 9 0-16,7-5 2 0,-8 5-6 15,6-11-2-15,-5 9-19 16,13-10-1-16,-4 4-3 15,12 0 0-15,-11 11-2 16,1 7 2-16,-17 11 0 16,-3 6-1-16,-18 9 0 15,0 7-1-15,-10 3-1 16,-1 5-10-16,-8-1-7 16,1 5-21-16,-3-4-20 0,0 1-81 15,0 0 2-15,-1 0-40 16</inkml:trace>
  <inkml:trace contextRef="#ctx0" brushRef="#br0" timeOffset="685.3">7130 7678 278 0,'5'-3'62'0,"-3"-3"22"16,5 5-78-16,3-7-15 15,3-4 4-15,10-4 1 16,0 1 1-16,7-8 2 0,2-4 1 15,10-8-1-15,0-2 1 16,14-13 0-16,2 3 1 16,4-5 2-16,-7 6 2 15,7-6 6-15,-14 12 0 16,2-6 1-16,-8 5-2 16,7-3-1-16,-10 9-4 15,2-4-2-15,-4 10 0 16,0 2-2-16,-11 10-1 15,-2 3-6-15,-7 8-14 0,-2 3-29 16,-5 4-12-16,7 1-36 16,-6 2-14-16</inkml:trace>
  <inkml:trace contextRef="#ctx0" brushRef="#br0" timeOffset="1683.23">9133 8994 346 0,'-2'-9'79'0,"3"-8"27"16,7-2-100-16,10-7-13 15,4-4 0-15,15-11 1 16,8-2 2-16,16-9 1 16,2 1 1-16,9-10 1 15,-7 7 0-15,7-13 7 16,-8 5 5-16,4-13 12 16,-6 9 6-16,5-3 13 15,-11 15-2-15,1 2-1 16,-11 11-9-16,-1-3-3 15,-10 13-10-15,-1-3-2 16,-9 7-4-16,-1 6 2 0,-9 7-3 16,-3 4 0-16,-4 5-2 15,-3 2 2-15,-3 1 0 16,-1 2 12-16,-1 0 5 16,0-1 17-16,0 1 4 15,0 0 10-15,0 0-8 0,0 0-3 16,0 0-16-1,0 0-8-15,0 0-13 0,0 0-39 16,0 0-52-16,0 0-164 16,0-1 4-16</inkml:trace>
  <inkml:trace contextRef="#ctx0" brushRef="#br0" timeOffset="3472.95">12450 8952 425 0,'-9'6'165'0,"4"-9"10"16,4-1-107-16,3-2-53 15,-2 5-11-15,9-8-14 16,31-27-1-16,74-46 4 0,-26 26 2 15,4 6 2-15,11 4-2 16,-10 16 0-16,11 5-1 16,-15 12 1-16,9 6-1 15,-12 7 1-15,7 9 0 16,-18 4-1-16,7 9-8 16,-19 2-2-16,-2 19-3 15,-18 5-2-15,-5 25 2 16,-15 6 7-16,-5 15 4 15,-4-7 4-15,6 7 1 16,1-18 2-16,7 1 1 16,5-14 0-16,11-1 2 15,-2-13 0-15,16 5 0 16,-4-11 0-16,16 5 2 16,-1-5 1-16,24-5 2 15,-2-14 4-15,19-9 4 16,-1-15 1-16,12-11 3 0,-15-10-1 15,8-10 6-15,-19-3 0 16,-2-7 7-16,-19-1-2 16,-3-11 5-16,-19 1-6 15,-7-1 16-15,-16 9 16 16,-9 4 55-16,-14 14 12 16,-9 5 26-16,-6 6-14 15,-7 0-6-15,-3 4-55 16,-7 2-20-16,0 5-29 15,-6 6-11-15,-1 6-23 0,-7 11-11 16,3 9-3-16,-9 15-3 16,0 4 2-16,-3 15 0 15,4-6 9-15,-5 14 0 16,13-5-2-16,4 16-6 16,9-4-4-16,4 15-6 15,10-12 0-15,3 6 0 16,6-18 7-16,2 1 7 15,3-16 6-15,4 3 4 16,-1-14 3-16,0-3 1 16,-1-12 1-16,-1-3 2 15,-4-10 0-15,0-6 3 0,0-4 3 16,0 0 13-16,-1-4 10 16,0 0 23-16,0 0 6 15,0 0 14-15,-1-1-6 16,1 1 4-16,-1-1-19 15,1 0 0-15,-1 1-14 16,1 0-3-16,-1 0-16 16,1 0-8-16,-2 0-14 15,1 0-33-15,0 0-33 16,0 0-175-16,0 0-190 0,1 1-20 16</inkml:trace>
  <inkml:trace contextRef="#ctx0" brushRef="#br0" timeOffset="4617.12">8713 12510 752 0,'-2'-4'202'15,"0"2"25"1,3 3-220-16,-1-2-51 0,0 0-10 16,1 0 4-16,24-10 22 15,50-28 15-15,-29 10 13 16,13-10 3-16,-1-2 2 16,4-14 3-16,-2 7 0 0,5-10 5 15,-8 9 4-15,7-2 4 16,-8 14-2-16,-2-1 3 15,-10 13-3-15,-9 5-1 16,-13 10-4-16,-8 3 4 16,-9 6-5-16,-1 1-1 15,-3 2-5-15,-2-2-8 16,1 0-23-16,0 0-65 16,1 0-58-16,21 3-97 15,53 12-47-15</inkml:trace>
  <inkml:trace contextRef="#ctx0" brushRef="#br0" timeOffset="5218.95">14771 12624 1016 0,'10'7'144'0,"-7"-7"129"16,-3 0-307-16,0 0-20 16,0-1 32-16,2 0 4 15,-1-1-1-15,31-8 6 16,41-17 13-16,-22 3-4 15,6-2-1-15,21-11 1 16,2 0 0-16,29-8 2 0,2 1 0 16,25-5 2-16,-9 8 0 15,16-3-1-15,-14 11-1 16,13 1 7-16,-22 8 2 16,12-4 9-16,-19 7 3 15,6-4 15-15,-23 3 8 16,-1 0 6-16,-22 8-5 15,-5-1 2-15,-21 5-14 16,-4 3-10-16,-18 3-11 16,-5 1-1-16,-10 2-4 0,-2 2-1 15,-4 0-23-15,-3 0-126 16,-1-1-173-16,-1 1-6 16</inkml:trace>
  <inkml:trace contextRef="#ctx0" brushRef="#br0" timeOffset="10382.18">2965 5013 864 0,'-14'-28'130'15,"-2"4"128"-15,4-3-292 16,-2 7 97-16,-5 0-8 16,0 6-32-16,-12 3-16 15,-8 6-22-15,-10 8-9 16,-5 8-6-16,-17 12-2 15,5 10 8-15,-6 17 3 16,9 4 6-16,-8 13-2 16,13-1 5-16,-7 20 0 15,7-3 1-15,-3 25 1 16,8 5 3-16,-1 28 0 16,14-7 5-16,3 17-1 15,13-21 0-15,9 12 1 16,10-19 1-16,4 12-2 15,4-13-2-15,4 25-1 16,2-12 0-16,2 19-4 0,1-9 0 16,0 29 2-16,-5-19 2 15,2 28-2-15,-5-16 5 16,-7 25 1-16,1-17 4 16,-7 33-1-16,-12-23 3 15,-6 24 0-15,-6-24 1 16,-18 17 0-16,-3-31 1 15,-13 23 0-15,-4-33-1 16,-9 10 3-16,10-33-2 0,-12-1 3 16,11-42 3-1,-4-11 18-15,9-30 11 0,-3-14 41 16,13-20-2-16,-6-10-4 16,11-9-18-16,-5-9 7 15,9-3-35-15,-3-12-8 16,13 0-7-16,3-8-7 15,12-1-26-15,2-4-12 16,11 1 1-16,8-8-2 16,8 5 4-16,9-2-15 15,7 5-1-15,13 7-6 16,-1 11 2-16,8 12-16 16,1 9 3-16,9 14-1 15,-4 6 7-15,9 18 6 16,-3 8 21-16,5 18 10 0,-8 2 7 15,5 20 0-15,-9-1 0 16,1 18-1-16,-8-5 4 16,2 23 1-16,-5-9 2 15,6 22 3-15,-8-10 2 16,8 17-3-16,-3-18 2 16,4 15-1-16,-5-21 0 15,10 10-2-15,-8-15 2 16,9 7 1-16,-7-15 0 0,2 8 2 15,-6-20 1-15,6 6 0 16,-9-18-1-16,6 0 1 16,-7-15 0-16,2 1 1 15,-7-19 2-15,1-3-2 16,-4-11-1-16,-2-5 1 16,-6-9-1-16,5-5-15 15,-1-6-34-15,12-13-145 16,7-12 22-16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10:18:11.8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23670 4117 288 0,'19'-6'-9'0,"1"-1"59"0,6 0-100 0,19-5 31 0,-4-2 18 0,-2-2 13 0,1-3 39 0,-11 2 15 0,-6-2 20 0,-3 4-1 0,-5 6-8 15,-8 5-39-15,-5 1-30 16,-1 4-33-16,-1-1-24 15,0 0-10-15,0 0-20 16,0 0 6-16,0 0 9 16,0 0 22-16,0 0 8 15,-1 0 18-15,0 0-37 16,-5 9 17-16</inkml:trace>
  <inkml:trace contextRef="#ctx0" brushRef="#br0" timeOffset="35177.98">32937 97 1036 0,'-20'-20'206'15,"4"-2"71"-15,-10 18-449 16,-8-1-44-16,-19 5-1 16,-6 0 6-16,-12 1 35 15,8 4 145-15,3 1 45 16,14-4 10-16,-13 5 9 16,7-3 4-16,-16 14 0 15,3 4-12-15,-13 30-4 16,13-3-13-16,-6 32-7 15,14-2-3-15,0 21-2 16,16-7-1-16,4 24-1 16,13-8-2-16,7 11-2 0,12-7-2 15,7 7-4-15,12-20-1 16,13 0-2-16,5-13 4 16,9-5 3-16,2-27 7 15,17 5 7-15,0-17 9 16,25-1 5-16,9-8 2 15,25-6 1-15,-9-6-3 16,21-4-2-16,-14-14-3 16,-4-5 11-16,-17-8 4 15,9-20 15-15,-22-9 1 0,12-30 4 16,-10-13-13-16,2-20-25 16,-18-6-8-16,-10-28 30 15,-29 22 25-15,-13 1 47 16,-18 10 32-16,-10-1 10 15,-6 23-40-15,-5-12-36 16,-3 5-54-16,-10-2-24 16,-6 7-19-16,-23-13 7 15,-1 17 18-15,-23 6 33 16,10 22 9-16,-8 14 3 16,16 14-10-16,-20 17-32 15,12-7-35-15,-25 13-65 16,3-7-40-16,-27 11-184 15,10-3 7-15</inkml:trace>
  <inkml:trace contextRef="#ctx0" brushRef="#br0" timeOffset="35885.75">21066 6098 1119 0,'6'-20'203'0,"19"-25"112"16,18-8-337 0,39-17-7-16,16-3 10 0,32-16 2 15,3 7 6-15,24-16 2 16,-18 6 4-16,21-19 0 15,-21 7 4-15,18-20 3 16,-23 11 2-16,14-8-1 16,-27 13 1-16,9 5-3 15,-26 24 0-15,9 6-47 16,-20 21-62-16,12 11-199 16,-10 15 1-16</inkml:trace>
  <inkml:trace contextRef="#ctx0" brushRef="#br0" timeOffset="36471.64">25326 6762 621 0,'99'-35'126'0,"24"-22"62"15,-1-1-187-15,41-21 3 16,-2 4-2-16,20-8 1 15,-19 18 0-15,8-3 3 16,-33 11 3-16,6-4 13 16,-27 13 6-16,1-8 15 15,-24 9 3-15,5 0 12 16,-21 11-7-16,-4 0-3 16,-18 12-15-16,2 3-5 15,-16 7-18-15,-1 2-5 16,-8 7-5-16,-2-1 0 0,-13 3 0 15,-2 2 2-15,-9 0 4 16,-5-1 10-16,-2 4 8 16,1-2 27-16,-1 0 10 15,0 0 13-15,1 0-5 16,0 0 0-16,-2-2-26 16,1 2-10-16,1 0-16 15,0-1-5-15,0 1-9 16,0 0-5-16,0 0-5 15,0 0-10-15,0 0-9 16,0 0-33-16,0-1-26 0,-1 1-124 16,0-1-138-16,-1-1-14 15</inkml:trace>
  <inkml:trace contextRef="#ctx0" brushRef="#br0" timeOffset="40828.74">7818 10204 508 0,'42'-40'103'16,"-4"5"52"-16,15-5-153 15,3 4-2-15,12-16 1 16,-1 0 2-16,11-15 10 0,-11 3 6 16,3-8 8-16,-11 16 2 15,-1-1 2-15,-19 16-10 16,-3 2-5-16,-11 12-8 15,-3-2-4-15,-8 9-34 16,6-5-159-16,2 3 40 16</inkml:trace>
  <inkml:trace contextRef="#ctx0" brushRef="#br0" timeOffset="41591.33">17756 10782 922 0,'2'4'186'16,"-2"-3"91"-16,1-1-276 16,-1-1-7-16,0 0-1 15,1 0-2-15,0 0-2 16,28-7 1-16,45-15 3 0,-13 3 1 16,2-1 3-16,20-6 1 15,-2-2 1-15,15-9 0 16,-9 5 1-16,18-8 0 15,-9 4 0-15,20-14 0 16,-10 6 0-16,15-11 0 16,-13 2 0-16,9-7 3 15,-20 12 0-15,3-3 0 16,-20 11-1-16,-5 2 2 16,-20 12-3-16,-4-4 2 15,-18 10 0-15,-4 0 1 16,-10 8-1-16,-4 0 1 15,-7 6-1-15,-3 2-5 16,-2 2-30-16,-1 0-120 16,-2 1-122-16,-1 1-27 15</inkml:trace>
  <inkml:trace contextRef="#ctx0" brushRef="#br0" timeOffset="44389.57">23152 13552 651 0,'1'-1'216'15,"0"0"17"-15,-1 0-182 16,0-1-46-16,1 1-24 0,18-7-3 16,50-22 5-16,-25 8 12 15,-7 0 22-15,4-6 33 16,-2 2 12-16,12-10 11 15,1 3-3-15,24-11-17 16,2 4-30-16,17-12-12 16,-5 5-10-16,19-9-2 15,-11 6 1-15,15-6-1 16,-11 12 1-16,17-2 1 16,-12 4 0-16,12-8-1 15,-12 6 2-15,9-10-1 16,-15 5-1-16,2-2 1 15,-16 12 2-15,-3 1-2 16,-18 10 2-16,-4 0-1 16,-17 11-1-16,-5 2-2 15,-9 3 0-15,4 1-1 16,-10 6 1-16,2-2 1 0,-6 2 1 16,-4-1 1-16,-6 6 1 15,-1-5 2-15,-6 3 0 16,0-2 22-16,-1 7 5 15,-3-3 5-15,0 0 2 16,0 0 2-16,0 0-22 16,0 0-4-16,0 0-6 15,0 0 0-15,0 0-2 16,0 0 8-16,0 0 10 16,0-1 14-16,0 1 4 0,0 0 4 15,0 0-7-15,0 0-12 16,0 0-15-16,0 0-6 15,0 0-6-15,0 0-4 16,0 0-2-16,-1 0-11 16,1 0-4-16,-1 0-19 15,1 0-17-15,0 0-46 16,0 0-36-16,0 0-122 16,0 0-94-16,1-2-31 15</inkml:trace>
  <inkml:trace contextRef="#ctx0" brushRef="#br0" timeOffset="46066.27">24398 16274 771 0,'-13'7'233'0,"7"-4"57"15,3-3-216-15,2 0-58 16,1 0-32-16,0-1-5 16,1 0-19-16,20-6 4 15,47-17 18-15,-15 3 13 16,4-5 4-16,23-14 2 15,4-9 10-15,32-25 25 16,-1-4 11-16,26-22 24 16,-5 5 10-16,25-21-2 15,-20 16-15-15,18-10-3 16,-25 14-23-16,6-10-12 16,-28 22-7-16,8-7-8 15,-26 14-8-15,3 3-9 16,-19 17-22-16,1 2-95 0,-18 14-237 15,-8-4 0-15,-35 7-165 16</inkml:trace>
  <inkml:trace contextRef="#ctx0" brushRef="#br0" timeOffset="47487.16">20855 10922 1180 0,'4'12'236'0,"-9"-19"114"15,5 6-359-15,7 0-4 16,6-1 0-16,9-2-5 16,4-3-1-16,10-3 5 15,0-7 1-15,11-6 4 16,-2-1 6-16,16-12 8 16,-1-2 3-16,16-5 1 15,-3 1-3-15,16-4-3 16,-6 8-4-16,20-5-3 15,-4 6-3-15,16-5-32 16,-11 4-33-16,12-3-61 0,-21 10-35 16,-3 1-74-16,-24 12-32 15,-6 5 10-15,-23 11-30 16</inkml:trace>
  <inkml:trace contextRef="#ctx0" brushRef="#br0" timeOffset="47773.31">21891 11255 992 0,'31'-1'246'0,"5"-14"74"15,-15-10-292-15,27-13-19 16,9-5-17-16,18-7-1 16,0 6 0-16,11-5 5 15,-7 8 3-15,4-5-2 16,-15 10-3-16,2-2-27 16,-18 10-31-16,5-1-125 0,-4 6-122 15,13-8-26-15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3T18:15:51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28605 6462 683 0,'3'2'62'0,"6"-3"99"16,3-2-211-16,12-4 14 16,10-3 26-16,14-5 10 15,0 0 1-15,6-4 3 16,-6 0 3-16,4-1 2 16,-10 2 1-16,6 0-2 0,-9 2-1 15,6 0-4-15,-8 4-2 16,4 1-1-16,-12 0 0 15,4 3 1-15,-13 2-1 16,-2 2-1-16,-8 1 2 16,-3 2 1-16,-5 1 2 15,-1 1 7-15,-2-2 3 16,0 0 3-16,1 0-3 0,-1 0-10 16,0 0-10-16,1 1-12 15,0 0-7-15,0 0-12 16,0 0-4-16,0 0-42 15,0 0-21-15,-1 0-60 16,-1 0-24-16</inkml:trace>
  <inkml:trace contextRef="#ctx0" brushRef="#br0" timeOffset="3159.78">33216 110 578 0,'-25'-26'99'0,"-11"5"65"16,-12 13-188-16,2 6 22 15,-14 4-5-15,1-2 0 16,-14 3 2-16,8-1 3 16,-16 9 1-16,12 1 1 15,-11 13 1-15,8 0 0 0,-21 8-1 16,6 4 0-16,-15 14 0 16,10-6-1-16,-8-3 0 15,19 0-1-15,-6-3-1 16,12-6 0-16,-8 13 0 15,16 9 0-15,-11 16 1 16,13 4 1-16,-8-2 1 16,11-10-1-16,-6 21 2 15,16-23-1-15,4 12 1 16,13 1 0-16,7 5-1 16,12-18 0-16,7 14 0 15,10-14 0-15,11 9 0 16,7-10 2-16,11 12-1 15,6-6 0-15,9 2-1 16,0-16 0-16,18 3-1 16,-3-16 0-16,19-4 1 0,-1-11 0 15,20-2 1-15,-8-9 0 16,19-10 0-16,-11-6 1 16,14-10 8-16,-9-3 11 15,14-7 7-15,-12-2 1 16,22-14-1-16,-10-3-8 0,8-13-12 15,-11-9-6-15,17-9 2 16,-19 10 0-16,7-11 19 16,-19 6 5-16,1-14 6 15,-19 3 2-15,-3-20 5 16,-17 6-12-16,2-8 14 16,-17 17-6-16,-9-4 34 15,-18 17 1-15,-14-6 4 16,-20 13-19-16,-15-3-5 15,-8 13-41-15,-22-9-10 16,1 10-12-16,-13-13-2 16,-11 0 3-16,-28 2 2 15,1 19 1-15,-15 7 2 16,5 11 2-16,-7 14-1 16,26 12-1-16,1 1-13 15,18 1-3-15,-1 5-1 16,24 2 3-16,-2-8 1 15,16 0 14-15,-3-1 2 16,12 0 0-16,-3 3-9 0,12-1-19 16,-3 4-73-16,7-2-53 15,-2 26-118-15,7 4-43 16</inkml:trace>
  <inkml:trace contextRef="#ctx0" brushRef="#br0" timeOffset="4232.09">20987 6038 921 0,'-14'18'113'15,"8"-16"116"1,5-7-322-16,9 2 66 0,19-6-5 16,11-5 10-16,32-13 7 15,16-6 13-15,32-14 1 16,2-4 2-16,25-9 0 15,-10 3 0-15,23-18 1 16,-10 7 0-16,26-13 3 16,-19 7 0-16,23-5 3 15,-27 18 2-15,5-4 1 16,-30 14-2-16,1 2-1 16,-35 13-4-16,-3 4-3 15,-27 12-1-15,0 6-4 16,-19 7-52-16,9 7-134 15,-8 8-37-15,4 10-84 0</inkml:trace>
  <inkml:trace contextRef="#ctx0" brushRef="#br0" timeOffset="4674.34">26449 6830 874 0,'99'2'156'0,"19"-18"96"15,11-6-266-15,53-10 10 16,0-4 4-16,41-21 1 16,-11-4 1-16,31-18 0 15,-33-2-1-15,16-9 2 16,-42 14 1-16,2-1 13 16,-41 16 3-16,3-3 7 15,-35 14 0-15,3 3-1 0,-26 15-14 16,-2 7 0-16,-22 12-8 15,-11 5-1-15,-22 5-2 16,-8 1-1-16,-16 2-2 16,-4 0-4-16,-6 2-29 15,0-1-108-15,1-1-46 16,0 0-94-16,0 1-89 16</inkml:trace>
  <inkml:trace contextRef="#ctx0" brushRef="#br0" timeOffset="9507.79">20013 10827 409 0,'98'-28'88'0,"27"-15"49"15,0-1-120-15,29-7 3 16,-4 1-1-16,22-3 5 16,19-8 11-1,-7 0-20-15,-13 3 0 16,-8 4-8-16,-20 7-4 15,-50 18-2-15,0 5-57 16,-27 9-49-16,-11 8-53 16,-24 11-57-16</inkml:trace>
  <inkml:trace contextRef="#ctx0" brushRef="#br0" timeOffset="10249">20402 11585 480 0,'7'5'146'0,"21"-17"23"16,10-7-119-16,31-17-49 16,21-10 0-16,35-21-1 15,0 0 1-15,31-15 1 16,-11 5 0-16,18-5 1 15,-17 12 1-15,14-6 2 16,-28 13 0-16,10-1 9 16,-26 9 1-16,-2 3 4 15,-25 15 5-15,-6 6 7 16,-25 11-9-16,-11 6 3 16,-18 7-5-16,-10 3-2 15,-8 3-8-15,-7-1 0 16,-1 2 0-16,-3 2 5 15,-2-2 1-15,1 0 4 16,0-2 0-16,0 2 0 16,1 0-6-16,0 0-3 0,0 0-5 15,0 0-1 1,0 0 0-16,0 0 1 0,0 0-2 16,0 0 2-16,0 0-3 15,0 0 0-15,0 0-3 16,0 0-3-16,0 0-2 15,0 0-2-15,0 0-1 16,0 0 0-16,0 0 2 16,0 0 2-16,0 0 1 0,0 0 1 15,0 0-1-15,0 0 1 16,0 0-2-16,0 0 2 16,0 0-1-16,0 0 2 15,0 0 2-15,0 0 3 16,0 0 2-16,0 0 4 15,0 0 1-15,0 0 4 16,0 0-4-16,0 0 0 16,-1 0-5-16,1 0-2 15,-1 0-5-15,-1 0-1 16,1 0-1-16,0 0 1 16,0 0 0-16,0 2 2 15,0-1 0-15,0 0 2 16,-1 2-1-16,-1 3-1 15,-1-1-9-15,2-2-111 16,-4 8-145-16,-3 2 4 0</inkml:trace>
  <inkml:trace contextRef="#ctx0" brushRef="#br0" timeOffset="11106.42">7031 10671 709 0,'10'-9'215'16,"-4"-13"32"-16,3-6-200 15,15-19-31-15,10-14-22 16,27-35 0-16,13-8 0 16,27-28 2-16,-1 1 1 15,20-17 1-15,-14 22-1 0,10-10 3 16,-24 24 0-16,2-3 2 16,-24 30-1-16,4 0 0 15,-23 28-11-15,-3 7-97 16,-10 21-64-16,-7 13-71 15,-18 23-94-15</inkml:trace>
  <inkml:trace contextRef="#ctx0" brushRef="#br0" timeOffset="11347.59">7163 11058 639 0,'-3'43'238'0,"3"-41"9"16,2-6-134-16,6-4-106 15,14-18 9-15,4-14 5 16,28-36 1-16,12-21-3 16,26-33 0-16,3-8-12 15,26-28-45 1,-2 14-106-16,26-29-126 0,-21 27-34 15</inkml:trace>
  <inkml:trace contextRef="#ctx0" brushRef="#br0" timeOffset="23151.45">22605 13642 675 0,'-16'15'202'16,"7"-14"45"-16,-1-1-161 15,4 0-65-15,1 0-7 16,5 1-6-16,0-1-17 16,0-1-14-16,0 1-1 15,0-1 7-15,0 0 11 16,1 0 9-16,1-1 2 16,15-6 1-16,8-5-2 0,40-22-4 15,-24 16-1-15,3 0 1 16,12-8 0-16,-1 1 0 15,13-8 0-15,-4 1 0 16,16-6 0-16,-3 3 0 16,10-10 0-16,-7 3 0 15,14-6 1-15,-12 3-1 0,8-4 1 16,-10 11 1-16,0-2 6 16,-19 8 2-16,0 0 8 15,-16 7 0-15,0 2 0 16,-12 6-5-16,2 1-4 15,-10 6-7-15,-2 2 1 16,-8 1-1-16,0 5 0 16,-5-1 0-16,-2 1 2 15,-1 5-1-15,-2-4 2 16,-2-1-1-16,-3 3 1 16,0 0-1-16,0 0-1 15,0-1-1-15,0 1 1 16,0 0-2-16,0 0 2 15,0 0 0-15,0 0-1 16,0 0-6-16,0 0-40 16,0-1-33-16,1 1-96 0,11 0-95 15,23-3-27-15</inkml:trace>
  <inkml:trace contextRef="#ctx0" brushRef="#br0" timeOffset="24108.69">26010 15609 402 0,'6'4'135'0,"-2"-4"26"16,2-2-109-16,-6 1-16 16,1 0-13-16,23-13-4 15,47-29-8-15,-24 12-1 16,1 0-1-16,15-8 3 16,-6 0 0-16,11-9 3 0,-1 7 3 15,13-13 3 1,-11 4-2-16,12-10-1 15,-8 5-1-15,13-8-1 16,-15 12-5-16,11-5 1 0,-11 15-3 16,4-2-1-16,-12 9-1 15,0-2 0-15,-12 9-2 0,-5 2-1 16,-13 5 0 0,0 4-3-16,-13 6 1 0,5-1-1 15,-5 1 0-15,2-1-22 16,-2 5-53-16,6-1-142 15,-3 2 9-15</inkml:trace>
  <inkml:trace contextRef="#ctx0" brushRef="#br0" timeOffset="24634.77">23236 18016 1056 0,'15'17'235'15,"-5"-11"68"-15,1-19-301 16,18-16-51-16,13-10-15 0,29-18-31 15,12-8-11-15,26-10-125 16,-3 5-58-16,18-12-34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3T18:16:20.6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20787 4017 579 0,'10'-14'110'16,"9"-8"59"-16,9-2-174 15,19-6 0-15,8-4 1 16,20-14 1-16,0-4 2 15,18-13-1-15,-8 1 1 16,13-12 1-16,-8 7 1 16,15-4-2-16,-10 10 1 0,16-8-1 15,-9 11 0-15,17-8 0 16,-10 11 2-16,7-5-2 16,-15 16 2-16,3 1-1 15,-24 12-1-15,-3 2 0 16,-21 10 1-16,-10 1-8 15,-19 8-20-15,-6 6-77 16,-12 6-57-16,-9 1-5 16,-7 14-88-16</inkml:trace>
  <inkml:trace contextRef="#ctx0" brushRef="#br0" timeOffset="215.46">21418 4115 604 0,'37'-10'109'16,"27"-25"66"-16,6-11-182 15,36-21-3-15,14 0 5 0,35-21-65 16,-8 10-104-16,29-14 11 15</inkml:trace>
  <inkml:trace contextRef="#ctx0" brushRef="#br0" timeOffset="13869.34">22741 6454 403 0,'-10'0'189'16,"5"-4"-19"-1,1 0-67-15,-2-2-109 0,-1 0 9 16,1 0 11-16,1 1 17 16,1-1 6-16,-2 1 0 15,3 2-10-15,2 2-7 16,0 1-16-16,0-2-12 15,-1 2-8-15,1-1-14 16,1 1-6-16,0-1-19 16,0 0 4-16,0 0 5 15,1 0 14-15,7 0 6 16,25-3 21-16,46-3 3 16,-33 3 0-16,13-1 0 15,-5-1 0-15,11-1 0 0,-6-1 1 16,17 0 0-16,-8 0 1 15,15-1 0 1,-7 1 0-16,13-3 1 0,-10 1-1 16,15 1 1-16,-15 1-1 15,11-3 1-15,-11 3 0 16,7-2 1-16,-10 0 0 16,11 0-1-16,-10 3 0 15,15-2-1-15,-11 3 0 0,12 0 0 16,-11-3 0-16,7 3 1 15,3 1 0 1,-2-1-1-16,0 2 0 16,0 4-1-16,1-3 1 15,-19 3-1-15,13 1 1 16,-14 3 0-16,11-9 0 16,-7 4 1-16,9 0 0 15,-10-4 0-15,9 0 0 16,-12 1-1-16,12-2 2 15,-9-1 0-15,11 3 0 16,-7-2-1-16,13 4 1 16,-15-1-1-16,11 3 2 15,-11-1-1-15,12 1 2 16,-12-3 0-16,10 3-1 16,-12-3-1-16,11 5 0 15,-15-1-1-15,7 0 15 0,-13-2 7 16,11 0 7-16,-10-3 2 15,15-5 0-15,-4 3-14 16,15-5-7-16,-9 1-7 16,3-1 0-16,-16 1-1 15,-2-3 15-15,-14 5 5 16,1-6 7-16,-8 2 0 0,8-5 2 16,-7-1-15-1,-1-4-1-15,-10 1-7 0,-1-3 29 16,-10 2 7-16,-4-3 7 15,-1 3-4-15,1-8-1 16,-4 2-32-16,-2-4-6 16,-3 4-6-16,-5-8 0 15,-4 3 3-15,-5-12 6 16,-3 1 7-16,-5-9 5 16,-2 4-1-16,-4-1 2 15,0 10-5-15,-6-3-14 16,5 11-6-16,-6-5-1 15,-2 2-6-15,-8-7 3 16,1-1 3-16,-13-8 1 16,-5 4-2-16,-10-6-1 15,1 8-2-15,-7-2 0 0,7 11 1 16,-6-2 1-16,6 7 2 16,-12-4 0-16,6 6 1 15,-13-9 0-15,7 0-1 16,-14-3-1-16,10 3-25 15,-23-5-14-15,7 8 2 16,-10-1 0-16,-1 1 3 16,-21-3 23-16,12 1 17 15,-19 0-1-15,0 5-1 0,-19 1-3 16,19 6 1-16,-25 6-7 16,10 5-2-16,-5 5-1 15,22 2 1-15,-16 2 1 16,30 1 3-16,-8-1 2 15,10 3 1-15,-21 5-1 16,15 3 0-16,-17 3-12 16,9 5-4-16,-13 6 0 15,21-1-5-15,-11 4-1 16,11 0 12-16,-19 5 2 16,15-3 3-16,-18 3 6 15,9 0 1-15,-12 1 0 16,27-4 2-16,-13 3 0 15,20-3 0-15,-3 4-1 16,22-2 0-16,-5 3 0 0,17-2 1 16,-8 4-1-16,12-4 1 15,-5 2 0-15,9-5-1 16,-9 2 0-16,20-4 1 16,3 1 0-16,8-4-2 15,-2 5 0-15,8 0-1 16,-5 10-2-16,1-1 0 15,-1 7 0-15,11-3 0 0,2 7 0 16,11-8 0-16,4 2 1 16,5-4 0-16,1 0 0 15,4-6 2-15,3 1 0 16,3-2 0-16,5 4 1 16,4-3-1-16,6 4 1 15,2-1 1-15,7 6 0 16,-1-6 1-16,6 8-1 15,-2-4 0-15,6 3 0 16,-4-5-2-16,0-3 1 16,-7-7-1-16,0 1 1 15,-6-3 0-15,3 4-1 16,-2 0 1-16,6 5 0 16,-2 0 1-16,5 7-1 15,-2-1 1-15,6 5 0 16,-7-5-1-16,3 1 1 0,-6-7-1 15,1 0 1-15,-3-7 1 16,1-1 0-16,-3-7 0 16,3 3 1-16,-1-5-1 15,0-2 0-15,-4 1 1 16,5 1 0-16,-1-4 1 16,0 3 0-16,0-3-1 0,3 2 1 15,-5 0-2-15,2 1 0 16,-1 0-1-16,3 2 0 15,0-2-1-15,1-1 1 16,-2 0 0-16,-1-3 2 16,-4-2 0-16,-2 0 3 15,-6-5 0-15,4 3 1 16,0-2-2-16,-1 2 0 16,1-1-1-16,7 3-2 15,-4-2 0-15,7 3-2 16,-2-2 0-16,4 2-1 15,-8-2 0-15,1 1 2 16,-6-4 1-16,0 0 3 16,-3-3 3-16,-2 3 9 15,-1-3 3-15,0 0 4 0,0 0-1 16,0 0-1-16,0 0-7 16,0 0-2-16,0 0-5 15,0 0-1-15,0 0-2 16,0 0-1-16,0 0-3 15,0 0-35-15,0 0-75 16,1 0-154-16,14 5-8 16</inkml:trace>
  <inkml:trace contextRef="#ctx0" brushRef="#br0" timeOffset="14779.07">22378 6484 301 0,'5'4'238'0,"-2"-4"-59"0,1-1-29 16,-4 1-178-16,0 0-7 15,0-1-1-15,0 1 1 16,0 0 24-16,0-1 7 16,0 0 5-16,1 0-1 15,4-1 1-15,20 0-1 16,40-7 1-16,-22 3-1 15,0-2 0-15,14-2 1 16,0-1-1-16,12-4 0 16,-2 3 0-16,10-1 0 15,-7 1 0-15,3 1-1 16,-13 3 1-16,7-1 0 16,-9 2 1-16,8 0-1 15,-9 1 1-15,15 0-1 16,-12 0 1-16,8 1-1 0,-11-1 1 15,3 1-1-15,-14 1 0 16,-2 0-1-16,-12 2 0 16,-4 0-34-16,-11 1-20 15,-4-1-58-15,-7 1-31 16,-7 0-30-16</inkml:trace>
  <inkml:trace contextRef="#ctx0" brushRef="#br0" timeOffset="15171.56">22670 6358 479 0,'2'1'0'0,"13"-1"96"16,7 3-142-16,19-1-5 16,9 1 50-16,18 0 1 15,4-2 0-15,14-2 2 0,-5-4-1 16,15-1 0-16,-8 2 1 16,16-3-1-16,-9 1 0 15,13 2 0-15,-11 0 0 16,9-1-1-16,-16 1 1 15,4 1 0-15,-19-1 0 16,-1-1 0-16,-15 0 0 16,-5 3-1-16,-17 0 1 15,-6 1-1-15,-11 0-3 16,-4 1-86-16,-6-2-10 16,4 4-29-16</inkml:trace>
  <inkml:trace contextRef="#ctx0" brushRef="#br0" timeOffset="23467.14">24655 6465 490 0,'-14'-1'107'0,"2"-3"62"16,4 1-137-16,4 2 9 15,3 0-1-15,1 1-5 0,0-1-16 16,0 0-12-16,1 1-10 16,0-2-3-16,21 2 0 15,46 0 2-15,-31 3 1 16,16-2 1-16,7-2 3 0,20-2 0 16,4 0 0-16,23-3 0 15,-1 0 0-15,29 1-1 16,-2 1 1-16,21-2-1 15,-9 1 0-15,23-3 1 16,-14 0 0-16,17-5 0 16,-19 0 0-16,14-1 0 15,-28 3 1-15,4-1-2 16,-29 4 1-16,7-1-4 16,-24 3-8-16,5-1-33 15,-19 4-21-15,3-3-60 16,-21 5-37-16,-8 1-13 15,-20 3-34-15</inkml:trace>
  <inkml:trace contextRef="#ctx0" brushRef="#br0" timeOffset="23931.6">26380 6700 223 0,'33'-4'42'0,"25"-4"25"16,10 2-71-1,25-2 5-15,1-2 0 0,20-3 0 16,-8-2 1-16,14-9 13 15,-13-1 18-15,18-6 31 16,-16 5 12-16,11-4 10 16,-16 7-7-16,6 0-9 15,-23 5-32-15,-1 3-7 16,-18 5-9-16,-8 1-2 16,-17 5-7-16,-8 1 0 15,-15 2-4-15,-9 0-2 16,-5 2-1-16,-4-1 10 15,-1 0 5-15,-2 0 9 16,0 0 1-16,0 0-2 0,-1 0-12 16,1 0-8-16,1 0-11 15,-1 0-14-15,0 0-22 16,-1 0-63-16,-23 2-30 16,-47 13-79-16,34-5-36 15</inkml:trace>
  <inkml:trace contextRef="#ctx0" brushRef="#br0" timeOffset="30159.94">15399 7721 488 0,'-7'-7'167'0,"6"6"0"16,2 2-140-16,0-1-93 15,-1 0 1-15,0 0 12 0,1 0 9 16,0 0 35-16,6 0 10 15,11-1 1-15,6 0-1 16,36-3 0-16,-26 2-2 16,1 1 1-16,9 3 0 15,-4-1 0-15,9 1 1 16,-3 1-1-16,9 1 1 16,-3-4 0-16,11 4 0 15,-2-4-1-15,14 6-7 16,-2-5 64-16,13-1 7 15,-8-1-2-15,14 1-1 16,-8-3 9-16,6 3-66 16,-10 1-5-16,14 2 0 15,-11-3 2-15,14-1-1 16,-7-1 1-16,11 1-1 16,-12-2 0-16,12 3-1 0,-12-1 1 15,8 1 0-15,-13 1 0 16,13 1 1-16,-14-3-2 15,12 2 2-15,-10-2-1 16,14 0 3-16,-12-4-2 16,7 3 0-16,-10-2 1 0,8 0-1 15,-11 3-2-15,9-1 1 16,-9 0 1-16,9 1-1 16,-8 1 0-16,9-1 1 15,-12 1-1-15,12 0 0 16,-12 1 0-16,9-3 0 15,-9 2 1-15,12 0-1 16,12-3 1 0,-1 3-1-16,1-1 0 15,-2 2 0-15,-1 4 0 16,-23 0 0-16,8-1 0 16,-10 1 0-16,10-1 0 15,-8-2 1-15,13 2-1 16,-11 1 0-16,12-2 1 15,-12 0-1-15,15 0 0 16,-14-2 0-16,13 0 0 16,-13 2 0-16,15-1 1 0,-11-1-1 15,14-2 1-15,-11 0-1 16,9-3 0-16,-13 1 1 16,8-4-1-16,-13 0 1 15,10-1 0-15,-8-1 0 16,11-4 1-16,-11 4-1 15,6-2 1-15,-13-1 0 0,4 3 10 16,-16 2 0 0,6-3 3-16,-11 2 0 0,8-1 0 15,-8 0-9-15,7 0-1 16,-10-1-2-16,2 2-1 16,-12 1-1-16,-3 1 4 15,-8 1 2-15,-4 2 3 16,-10-1-1-16,1 4 1 15,-8 2-4-15,0-3-2 16,-6 0-3-16,2 3-2 16,-3-3-4-16,-4 1-36 15,0 0-31-15,1 0-130 16,1 0-15-16,27 3-66 16</inkml:trace>
  <inkml:trace contextRef="#ctx0" brushRef="#br0" timeOffset="36360.68">15657 9346 494 0,'0'-1'108'0,"-1"-1"43"16,-1 0-151-16,2 2-7 15,0 0-4-15,0 0-8 16,0 0 4-16,0 0 2 16,0 0 5-16,1 0 1 15,7 0 3-15,15 0-1 16,39 2 0-16,-23-1 0 15,3-1 3-15,13 1-1 16,4 1 3-16,16 2-6 16,-6 1-2-16,18 3-6 15,-6-4 1-15,20 0-1 0,-10-4 5 16,18-3 4-16,-11-5 6 16,16-2 0-16,-12 1 1 15,17-2 0-15,-12 0 1 16,19-2-1-16,-11-1 0 15,16-2-1-15,-11-1 1 16,15 0-1-16,-14-2 1 0,14 3 0 16,-16 0 1-16,11 1 0 15,-16 3 2-15,8 3-2 16,-18 3 0-16,11 3-2 16,-17 2-1-16,11 1 1 15,-16-1-1-15,14-1 2 16,-11 0 1-16,12 2-1 15,-14-2-1-15,12 2 1 16,-16 0-1-16,9 0-1 16,-15-1 1-16,13 3 0 15,-13-1 0-15,13-1 0 16,-13-1-1-16,14 2 1 16,-10 0-1-16,6-4 0 15,-10 4 0-15,10 0 0 16,-15 0 0-16,16 0 0 15,-10 2 0-15,14-2 1 16,-5 0-1-16,9 0 0 0,-13-2 1 16,6-1 0-16,-15-1 1 15,6 0 8-15,-13-3 7 16,9 0 3-16,-7 2 0 16,6 1-1-16,-13 2-9 15,13-2-5-15,-10-1-2 16,11 1-2-16,-8-4 1 0,8 0 2 15,0 0 6 1,-4 1-3 0,-9 4-1-16,-5 0 0 0,-11 1-1 15,-18 2 0-15,-3-2 15 16,-7 0 6-16,-2 1 4 16,-6 2 2-16,0-4-1 15,-6 0-15-15,3 4-8 16,-3-1-4-16,7-1-25 15,7 5-104-15,14 6-68 16,-3-11-32-16</inkml:trace>
  <inkml:trace contextRef="#ctx0" brushRef="#br0" timeOffset="56364.21">6748 4737 840 0,'-31'-44'188'0,"-6"2"92"0,8 6-256 15,-2-1 7-15,1 12-14 16,-6 3-6-16,1 4-19 16,-11 5-6-16,0 7-1 15,-10 8-3-15,2 6-2 16,-16 13-29-16,1 9-6 16,-14 22-4-16,11 6 1 15,-7 14-1-15,19 4 31 16,7 20-10-16,17-5 5 0,-2 27 1 15,10-2 4-15,-1 30-2 16,6-12 20-16,4 13-1 16,14-17-1-16,7 15-2 15,12-27 1-15,8 9-4 16,5-20 2-16,15 9-4 16,0-24 1-16,16 8-1 15,0-20 2-15,14 11 0 16,-4-15 7-16,19 16 1 15,-10-13 6-15,16 17 3 16,-7-11 2-16,7 20 2 16,-17-7 4-16,3 18 2 15,-19-12-1-15,-5 18 0 16,-19-11-3-16,-9 14-3 0,-14-15-4 16,-11 26 7-16,-17-16-1 15,-17 17 1-15,-6-13 3 16,-21 15 0-16,-4-22-5 15,-12 1 3-15,6-24 0 16,-12-3 3-16,13-27-1 16,-8-1 5-16,7-18 1 15,-9-7 3-15,8-14 1 16,-3-9 27-16,12-13 10 16,4-10 13-16,14-8 2 0,5-13-9 15,15-2-33-15,2-12-19 16,12 1-18-16,7-11-15 15,7 1 3-15,10-13-1 16,8 3 3-16,14-14-1 16,4 7 4-16,16-4 0 15,4 14 3-15,13 4-2 16,-5 17 3-16,14 6 0 16,-11 11 0-16,11 6-1 15,-6 8 3-15,15 6-2 16,20 9-11-1,2 6 13-15,5 9-3 16,-1 7 2-16,-1 9 2 16,-24 4 0-16,13 14 0 15,-13 1 1-15,15 12-1 16,-12-1 1-16,15 12 1 0,-12-7 0 16,12 15 1-16,-8-8 2 15,18 8-1-15,-9-13 0 16,15 13 0-16,-11-17 0 15,16 7-1-15,-15-7 3 16,15 7 0-16,-17-18 2 0,11 0-3 16,-19-13-1-16,7-5-2 15,-22-13 1-15,6 2 3 16,-20-9 7-16,0-1 4 16,-18-7 6-16,-2-1 5 15,-17-3 0-15,-3-3 0 16,-10-2-2-16,0 1 0 15,-9-5-14-15,5 3-105 16,1-2-80-16,14-6-17 16</inkml:trace>
  <inkml:trace contextRef="#ctx0" brushRef="#br0" timeOffset="57600.01">8725 6457 1055 0,'-9'-4'202'16,"-5"-3"108"-16,3 0-329 15,-7 2-7-15,2 3-10 0,-12 3-10 16,-4 5 0-16,-15 5 1 15,-4 7 23-15,-12 8 5 16,3 4 10-16,-4 10-1 16,10 2 1-16,0 9-4 15,10-4 0-15,4 11-42 16,6-2 3-16,7 19-6 16,10 0 2-16,13 17-5 15,6-5 40-15,13 13-6 16,10-11 5-16,14 10-1 15,0-12 4-15,14 10-3 16,4-14 5-16,14 11-4 16,-2-14-1-16,14 9-1 15,-4-10 4-15,13 8-1 16,-12-11 7-16,10 12 2 0,-15-9 7 16,6 10 5-16,-18-13 2 15,-2 8 2-15,-17-11 2 16,-4 9 4-16,-15-8-2 15,-12 13 4-15,-13-11 1 16,-16 7-1-16,-11-13-4 16,-15 2 2-16,-6-14-6 15,-23 2-8-15,1-11-9 0,-19-2-4 16,4-16 2-16,-6-8 18 16,18-12 26-16,3-10 35 15,20-11 9-15,3-6 0 16,15-4-8-16,5-9-19 15,9-2-29-15,5-6-9 16,11 1-5-16,10-11-17 16,8 6 0-16,18-5-4 15,7 4 2-15,14-2-1 16,3 10 3-16,12 4-3 16,1 10 3-16,11 9-2 15,-5 9 1-15,14 8-6 16,-6 7 0-16,12 10-6 15,-6 5 0-15,14 12-1 16,-9 4 7-16,10 15-2 0,-11 3 7 16,12 13-1-16,-18-8 2 15,8 9 0 1,-17-12 1-16,1 1 2 0,-19-11 3 16,0 3 3-16,-10-12 3 15,3 1 4-15,-10-10 0 16,5-2 6-16,-5-9-17 15,18-1-172-15,-1-21 56 16</inkml:trace>
  <inkml:trace contextRef="#ctx0" brushRef="#br0" timeOffset="62103.67">23431 7748 453 0,'-6'-3'148'15,"4"3"15"-15,1-1-124 16,0 1-35-16,1 0-14 16,0 0-1-16,0 0 3 15,0-1 15-15,0 0 11 16,0-1 9-16,0 1 2 0,1 0 0 16,7 0-12-16,19-4-6 15,36-7-7-15,-28 6-2 16,0-1-1-1,7 0-1-15,-2 0 0 0,9 2-1 16,-5 1-1-16,4-1 1 16,-5 1 1-1,-1 0 1-15,-8-3 3 16,1 0 1-16,-4 3 1 16,-7-2 0-16,1 3-1 15,-9 0-1-15,-1 4 0 16,-6 1 1-16,-5 0 3 15,0-2 2-15,-2 1 9 16,-2-1 4-16,0-1 10 16,0 0-2-16,0 0 1 15,0-1-8-15,0 1-6 16,0 0-10-16,0 0-1 16,0 0-4-16,0 1 0 0,0-1-1 15,0-1-13-15,1 1-31 16,1 0-98-16,-1 1-85 15,0 0-11-15,3 0-111 16</inkml:trace>
  <inkml:trace contextRef="#ctx0" brushRef="#br0" timeOffset="63161.52">19912 9857 743 0,'4'9'233'0,"-3"-6"38"16,0-2-202 0,-2-1-56-16,1 0-27 0,0 0-16 15,-1 0-12-15,1-1-14 16,0 1 11-16,0 0 9 16,0-2 14-16,0 1 9 15,1 0 15-15,19-7 2 16,44-18-2-16,-24 5 0 15,1 2-1-15,12-5-1 16,2 3-2-16,16-2 0 16,2 4-1-16,11-7-1 15,-4 7 2-15,9-4-1 16,-11 1 1-16,3-2 0 16,-13 5 4-16,-1 2 0 0,-19 4 2 15,-6 2 7-15,-18 4 3 16,-6 1 8-16,-10 1 3 15,-1 3 0-15,-6 0-5 16,2-1-1-16,-3 3-8 16,-1 0-3-16,1 0-3 15,0 0-42-15,0 0-90 16,0 0-120-16,0-1-31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3T18:17:31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20572 6511 200 0,'4'8'66'15,"0"-4"6"-15,5-3-42 16,3 1-37-16,4 1 4 15,-1 1 4-15,1-1 2 16,-2 0 4-16,2-2 10 0,-1 2 4 16,9-5 2-16,3 1-1 15,8 1-5-15,2-2-10 16,14 3-4-16,-5-2-3 16,7 1 1-16,-3-4 0 15,8 2-1-15,-8-5 1 16,16-2 0-16,-3 1-1 15,10-1 0-15,-5-1 1 16,10 0-1-16,-10 2 0 0,8-1 2 16,-4 1 7-16,7 1 9 15,-8 3 0-15,13 1-1 16,-9 3-1-16,12-1-6 16,-7 1-9-16,10-1 0 15,-8 2 1-15,6-4 1 16,-9 3 3-16,12-1 5 15,-8 0-1-15,11 1 3 16,-8 1-2-16,15-1 0 16,-9-1-4-16,15 1 5 15,-13-2 0-15,14 0 5 16,-14-2-2-16,16 2 0 16,-14-1-4-16,16 0-3 15,-13 2-5-15,19-1 3 16,-17-1-1-16,16-1 1 15,-14-2-1-15,14-1 7 0,-18 1 5 16,10-1 6-16,-14-2-1 16,13 0 2-16,-10 1-8 15,15-3-4-15,-13 2-7 16,17 1 0-16,-14 1-1 16,10-1 7-16,-18 2 1 15,10 1 5-15,-16 0-1 0,10-1 1 16,-13 2-7-16,10-1-4 15,-10 2-2-15,14-2 2 16,-15 1 3-16,10-1 16 16,-12 0 3-16,9 2 1 15,-19-1-3-15,6 0-5 16,-11 4-15-16,7-5-2 16,-11 0-3-16,8 3 0 15,-8 2 1-15,6-6 2 16,-8 3-1-16,9 2 1 15,-11-3-1-15,5-2 2 16,-6 5-3-16,7-3 1 16,-11-1-1-16,8-1 1 15,9 5 0 1,-3-5-2-16,-3 3 1 0,-2-2 2 16,-8 4 14-16,-21 0 3 15,1 0 12-15,-12 1-1 16,-1 1 1-16,-4-1-14 15,-2-2-2-15,-4 3-11 16,2-1 0-16,-1-1-1 16,0-2 0-16,-2 3-4 15,-1-2-1-15,-1 3-4 16,0-1-44-16,0 1-49 0,5 2-181 16,3 1 0-16</inkml:trace>
  <inkml:trace contextRef="#ctx0" brushRef="#br0" timeOffset="963.45">16134 7468 249 0,'-5'3'56'0,"-1"-6"24"16,5 0-76-16,1 2 1 16,0 0-1-16,1-1-3 15,23 0-1-15,51-11 1 16,-27 4-1-16,15-4-2 16,2 0-10-16,15 2-3 15,-7 4-1-15,8 2 3 16,-6 2 3-16,16 1 12 15,-8-3 4-15,20 2 3 16,-11-3 0-16,13 0 5 16,-15-1 2-16,7-1 17 15,-17-1 4-15,-2 0 16 16,-17 1 1-16,-6 0 3 16,-17 1-15-16,-5 1-6 0,-11 0-15 15,-5 4-2 1,-7 0-9-16,-1 1-2 0,-5 1-3 15,-3 0-7-15,0 1-8 16,-2-1-36-16,0 0-35 16,0 1-72-16,-3 10-19 15</inkml:trace>
  <inkml:trace contextRef="#ctx0" brushRef="#br0" timeOffset="13813.13">14822 7678 710 0,'-12'-17'409'15,"-1"0"-378"-15,-5-2-12 16,-3 2-9-16,-7-1-1 16,-3 1-8-16,-15-4-4 0,3 5 1 15,-10 2-4-15,1 9-4 16,-9 8-5-16,6 6 1 16,-10 11-1-16,5 3 4 15,-6 4 1-15,9-3 6 16,-5 8 1-16,11-3 1 0,0 3-4 15,11 2 2-15,0 9-5 16,9-1 0 0,-3 12-1-16,5 1 1 0,-2 15 0 15,3-6 1-15,0 16-1 16,3-5 2-16,-1 18 0 16,5-8 2-16,-1 12 2 15,5-10 2-15,-3 13 0 16,3-12 1-16,-5 13-1 15,-3-5 3-15,-9 11-1 16,-1-14 1-16,-8 15 2 16,-2-20 1-16,-13 7-2 15,0-13 2-15,-20 9 1 16,-2-16-4-16,-19 16 2 16,2-9 0-16,-23 9 0 15,10-14 0-15,-18 5 0 0,8-12 0 16,-18 12-1-16,18-15 1 15,-20 7 0-15,8-13 1 16,-13 6 2-16,20-18 1 16,-16 6 4-16,19-11 1 15,-7 4 1-15,18-13-2 16,-19 1-1-16,21-9-2 16,-10-1 0-16,20-9 5 15,-5-4 5-15,21-8 6 0,-1-3 14 16,18-9 5-16,-1-3 13 15,17-3 2-15,4-7 2 16,12 1-14-16,5-4-8 16,11 1-15-16,2 1-9 15,7 6-10-15,3 1-10 16,5 6-8-16,1 0-19 16,4 1-14-16,8 3-23 15,5 1-4-15,6 7-5 16,5 4 14-16,9 9 10 15,0 6 25-15,8 14 8 16,1 3 13-16,7 12 1 16,-4 1 2-16,5 15 0 15,-4-4 3-15,4 20 0 0,-7-3-1 16,8 15 0 0,-6-7 3-16,5 16-4 15,-7-9 2-15,4 12 1 0,-8-12-1 16,3 16 2-16,-3-12 1 15,3 11-1-15,-7-12 1 16,7 14 0-16,-3-18 0 16,4 15-1-16,-2-14 0 15,9 9 0-15,-6-12 0 16,6 13-1-16,-6-15 1 0,8 7 0 16,-9-9 1-16,9 8 0 15,-7-14 1-15,6 9-2 16,-8-12 2-16,8 5-1 15,-9-15 0-15,9 7-1 16,-5-13 0-16,11 10 0 16,-4-6 0-16,11 10-2 15,-3-11 2-15,4 8 0 16,-9-12 1-16,8 1-1 16,-9-14 1-16,8 8-1 15,-4-10 1-15,7 5-1 16,-7-6 1-16,4 0-1 15,-11-8 1-15,4 3 0 16,-12-9-1-16,7 0 0 16,-9-5 3-16,3 1 5 15,-7-8 10-15,0-1 11 0,-10-5 3 16,-1 0 4-16,-11-3 3 16,-2-3 8-16,-10-4-3 15,-1-1 13-15,-5-1 2 16,-2-3 10-16,0 0-9 15,0 0 5-15,0 0-9 16,0 0 5-16,0 0-14 0,0 0-1 16,0 0-12-16,0 0-3 15,0 0-10 1,0 0 2-16,0 0-2 0,0 0 5 16,0 0-3-16,0 0 0 15,-1 0-7-15,0 0-5 16,1 0-8-16,-1 0-20 15,1 0-29-15,0 0-111 16,0 0-264-16,1 0 25 16</inkml:trace>
  <inkml:trace contextRef="#ctx0" brushRef="#br0" timeOffset="24225.88">19625 8090 646 0,'-15'-7'188'15,"8"3"-147"-15,3 1-11 16,4-3-4-16,6 3-23 0,9-8-8 16,3-4-1-16,13-8 0 15,5-1 4-15,10-6-1 16,1 3 0-16,11 1 0 15,-4 5-1-15,7-2 2 16,-7 5 0-16,10-3 3 16,-8 3 0-16,10-4 2 15,-3 4 3-15,9 0 2 16,-12 1-1-16,3 2 6 16,-13 1 3-16,-1-2 4 15,-11 6 0-15,-3 1 0 16,-10 2-3-16,-4 4-3 15,-8 2-6-15,-5-4-2 16,-5 5-2-16,0-2-4 16,-1 1-10-16,-2 1-74 0,0 0-75 15,1 1-55-15,0 0-77 16</inkml:trace>
  <inkml:trace contextRef="#ctx0" brushRef="#br0" timeOffset="25977.04">22173 9304 153 0,'45'-13'41'0,"16"-7"14"16,1-2-36-16,24-4 5 16,-2 1-5-16,19-2-2 15,-8 6-3-15,14-4-9 16,-17 5-4-16,10 3 0 15,-16 2-1-15,5 0 1 0,-15 7-1 16,2 1 0-16,-4 4 0 16,-5 0-1-1,-10 7-19-15,-4 2-51 16,-3 10 11-16</inkml:trace>
  <inkml:trace contextRef="#ctx0" brushRef="#br0" timeOffset="26378.4">22883 10830 193 0,'35'-8'71'0,"8"-8"26"0,0-5-56 15,22-7 11-15,3-2-7 16,14-2-12-16,-7 1-15 15,16-2-2-15,-13 7-11 16,9-5-3-16,-5 8-1 16,6 1 0-16,-12 6-3 15,4-5-5-15,-14 11-6 16,0 0-32-16,-12 3-24 16,-4 8-45-16,-12 3-20 15</inkml:trace>
  <inkml:trace contextRef="#ctx0" brushRef="#br0" timeOffset="26769.69">22088 12313 538 0,'-9'12'160'16,"5"-8"31"-16,4-4-148 15,4-1-46-15,-4-1-8 16,0 1 2-16,2 0 0 15,34-14 6-15,40-21 11 16,-14 10 0-16,-3-3-2 16,12-3-3-16,-7 3-2 15,9-3-1-15,-8 3 0 0,8-1-5 16,-10 6-9-16,6 0-53 16,-12 7-39-16,-2 5-78 15,-13 4-36-15</inkml:trace>
  <inkml:trace contextRef="#ctx0" brushRef="#br0" timeOffset="27109.67">20983 14202 584 0,'-1'35'183'0,"2"-24"26"16,1-13-150-16,3 1-61 15,13-4 5-15,5-6 0 0,22-14 4 16,12-4 6-16,24-13-5 16,1-3-24-16,20-13-94 15,-7 4-96-15,19-16-11 16,-15-2-114-16</inkml:trace>
  <inkml:trace contextRef="#ctx0" brushRef="#br0" timeOffset="28990.72">20282 3696 633 0,'-1'20'168'0,"1"-11"46"16,0-9-164-16,-1-4-31 15,0 2 10-15,1 2 12 16,0-1-5-16,1 0-7 16,35-16-13-16,54-24-10 15,-23 12-11-15,25-4 0 16,-1 0 1-16,21-7 0 16,-2 2 2-16,21-3-1 0,-10 0 0 15,19 3 0-15,18-10 0 16,-5 3 2-1,-10 3 0-15,-7 4 1 16,-11-1-1-16,-38 17 0 16,8 2-1-16,-15 6-12 0,-1 6-70 15,-16 5-42-15,-1 8-109 16,-18 4-5-16,-8 6-65 16</inkml:trace>
  <inkml:trace contextRef="#ctx0" brushRef="#br0" timeOffset="29329.57">20638 4404 421 0,'-11'11'163'0,"13"-11"-7"16,23-8-95-16,22-9-53 0,15-7-12 16,37-15 22-16,12-10 11 15,41-20 22-15,3-4 5 16,29-14 17-16,-10-1-5 16,26-10 2-16,-30 16-21 15,9-1-9-15,-30 11-18 16,4 0-8-16,-31 19-7 15,0 4-5-15,-22 13-13 16,-2 7-77-16,-20 12-90 0,11 11-83 16,-19 6-78-1</inkml:trace>
  <inkml:trace contextRef="#ctx0" brushRef="#br0" timeOffset="36087.32">14759 4029 681 0,'22'-10'134'16,"-2"-6"66"-16,1 1-197 15,15-3-18-15,2 5 8 0,18-6 3 16,2 3 2 0,13-5 1-16,-6 3 2 0,10-6 1 15,-12 1 1-15,-2 1 2 16,-14 0 1-16,0-5 2 15,-10 7-2-15,1-2-3 16,-8 0-23-16,7 1-146 16,-1 6-40-16,-2-1-56 15</inkml:trace>
  <inkml:trace contextRef="#ctx0" brushRef="#br0" timeOffset="36292.18">15620 4336 720 0,'22'-2'163'0,"-3"-9"58"15,23-7-208-15,42-18-177 16,14-5-59-1,15-6-16-15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3T18:18:16.5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11412 4006 686 0,'23'3'150'0,"-12"-10"61"16,19-6-192-16,10-1-25 16,20-7 6-16,3 3 1 15,22-3 0-15,-2 4-3 16,21-7 1-16,-4 1 0 16,23-6 1-16,-10-1 1 15,14-9 1-15,-15 2-2 0,10-3 1 16,-23 6 0-1,6-3 0-15,-19 9-1 0,2-2 2 16,-18 5 0-16,5 1 1 16,-16 5-3-16,3 3-36 15,-12 7-56-15,10 6-122 16,-12 5-16-16</inkml:trace>
  <inkml:trace contextRef="#ctx0" brushRef="#br0" timeOffset="521.79">15183 4122 574 0,'50'-2'105'15,"-10"-11"65"-15,18-14-176 16,9 2 7-16,25-10 3 15,-3 4-2-15,20-6 0 16,-8 6-1-16,18-4 1 16,-11 6-1-16,14 0 3 15,-16 2 3-15,17-6 9 16,-17 4 6-16,17-5 13 16,-15 2 5-16,15 1 3 15,-17 8-7-15,3 1-4 16,-22 7-14-16,1 2-7 15,-22 4-6-15,-5 4-1 16,-16 2-4-16,-7 5 1 16,-16 3-1-16,-3 1-2 15,-11-2-2-15,-1 4-6 0,-1 0-8 16,0 6-48-16,-2 4-51 16,1 14-106-16,-3-5-22 15</inkml:trace>
  <inkml:trace contextRef="#ctx0" brushRef="#br0" timeOffset="7054.18">19217 6631 431 0,'-3'11'216'0,"4"-8"-10"16,-1-5-69-16,0 2-115 16,0-1-9-16,0 0-11 15,0-1-9-15,1 1-4 16,8-1-1-16,20-5 2 0,46-11 2 15,-35 9 0-15,10 5 3 16,-4 2 0-16,5-4 1 16,-4 0 3-16,12 0 1 15,-5 3-2-15,14-5 0 16,-3 4 0-16,10 1 1 16,-7 1-1-16,15-3 1 15,-7 3 1-15,15-4-1 16,-8 1 0-16,12-1 0 15,-9 2-1-15,6-1 1 16,-11 3 0-16,4-3 0 16,-10 4-1-16,1-1 1 15,-15 1 0-15,1-2 1 16,-12 2 0-16,-1-2 1 16,-7 3-1-16,4-1 1 15,-7 1 0-15,6 0-40 16,-4 3-34-16,7 3-115 0,2 2-12 15</inkml:trace>
  <inkml:trace contextRef="#ctx0" brushRef="#br0" timeOffset="7834.64">26774 6559 521 0,'9'-1'100'0,"9"-9"54"16,9 0-156-16,16-4-5 15,8 0 3-15,15-1 1 16,-2 4-1-16,14-1 1 15,-3 2 3-15,18-2 0 16,-8 1 3-16,16-2 9 16,-11 0 5-16,8 1 12 15,-17 1 0-15,1 1 6 16,-19 3-5-16,5 1 4 0,-17 3-9 16,-4 1 0-16,-12 2-7 15,-7-2-4-15,-13 2-12 16,3 2-3-16,-3 0-17 15,11 2-62-15,11 7-53 0,19 7-71 16,-1 2-54-16</inkml:trace>
  <inkml:trace contextRef="#ctx0" brushRef="#br0" timeOffset="29244.12">13546 8047 482 0,'-6'2'124'16,"3"-7"34"-16,5-1-143 16,6-3-19-16,5-2-5 0,10-7-5 15,5-2 3-15,5-4 5 16,1-1 5-1,4-4 2-15,-4 2 3 0,4-6 3 16,-2 5 3-16,4-5 3 16,1 0 0-16,5-1 0 15,-2 3-4-15,5-3-3 16,-4 3-3-16,4 0-2 16,-10 8 0-16,0-1 0 15,-11 5 1-15,-6 5 1 16,-11 3 2-16,-3 2 2 15,-5 3 0-15,-2 1-2 16,0 3-3-16,-1 2-27 16,0 0-35-16,0 0-55 15,0 0-50-15,0 0-4 16,1 1-45-16</inkml:trace>
  <inkml:trace contextRef="#ctx0" brushRef="#br0" timeOffset="30019.38">13679 9158 9 0,'1'2'35'0,"0"-1"-4"16,15 1 2-16,11-3 0 15,35-15-10-15,-25-2-8 16,-1 0-7-16,6-3-5 16,-4 4-1-16,8-7-2 0,-2 2 0 15,7-4 1-15,-4 2 0 16,5-6 0-16,-9 7 0 15,-2-1 6-15,-11 3 5 16,-1 2 3-16,-8 3-1 16,5 1 1-16,-3 4-6 15,5-2-4-15,-3 4-4 16,2-2-4-16,-3 3-12 16,2-2-41-16,-5 6 8 15</inkml:trace>
  <inkml:trace contextRef="#ctx0" brushRef="#br0" timeOffset="30693.88">12783 10980 296 0,'7'-5'61'0,"4"-4"26"16,4-5-85-16,10-5-10 15,6-8 3-15,14-9 0 16,-1 0 3-16,10-5 1 16,-4 0 2-16,5-5 6 0,-8 9 5 15,0-1 12-15,-10 6 4 16,-1 4 3-16,-7 6-5 16,1-1-6-16,1 2-10 15,0-1-13 1,5 7-19-16,-1-1-28 15,3 3-67-15,-3 5-6 16</inkml:trace>
  <inkml:trace contextRef="#ctx0" brushRef="#br0" timeOffset="31312.2">13821 12219 495 0,'-11'13'195'15,"9"-11"1"1,3-2-119-16,-3 1-105 0,2-2-22 16,0 1-4-16,-1 0 2 15,1-1 17-15,0 0 19 16,0 0 23-16,0 0 6 16,0-1 1-16,1 0 2 15,7-8-5-15,13-17-2 16,40-35-2-16,-26 32-2 15,-2 2-4-15,6-2 1 16,-2 6-1-16,1-1-2 16,-8 6 1-16,-1 1 0 15,-9 6 1-15,-5 3 2 16,-4 6 9-16,-5-1 17 16,-4 2 7-16,-1 2 3 15,-1 0-2-15,-1-1-9 0,1 1-27 16,-1 0-134-1,1 0-69-15,-1-1-32 0</inkml:trace>
  <inkml:trace contextRef="#ctx0" brushRef="#br0" timeOffset="41297.98">3046 12925 409 0,'0'15'72'0,"-1"4"44"16,8 0-123-16,8 9-4 16,4 1 3-16,12 3 3 0,4-6 0 15,11-3 1-15,-3-11 1 16,4-9 4-16,-7-9 1 15,0-18 5-15,-12-12 3 16,-2-21 1-16,-11-11 0 16,-7-22-1-16,-7-7-4 15,-5-10 0-15,-8 19 17 16,-7 7 40-16,-3 25 27 16,-6 19 30-16,-1 18 6 15,-5 6-13-15,4 8-43 0,-2 10-36 16,4 5-36-16,3 12-18 15,7 7-12-15,4 16-5 16,7 4 9-16,5 16 1 16,5 0 8-16,10 8 3 15,5-12 2-15,12 4-9 16,0-17 0-16,5 0-2 16,-4-18-1-16,1-6-7 15,-9-13 6-15,3-9 3 16,-8-14 7-16,0-11 7 15,-5-5 16-15,-8-15 11 16,-6-4 5-16,-10-14 4 16,-4 7 6-16,-8-9 14 15,-2 12-3-15,-12 0 8 16,1 17 12-16,-10 4 1 16,3 10-6-16,-2 7 1 0,12 12-14 15,0 9-30-15,8 8-20 16,3 24-22-16,9 14-11 15,7 29-1-15,8 8 11 16,12 16 0-16,11-11 4 16,18 3-3-16,5-24 1 15,19-9-6-15,0-23 4 16,12-11-2-16,-7-24 3 0,13-20-4 16,-6-16-5-16,7-25-62 15,-11-10-36-15,-1-30-64 16,-21-9-52-16</inkml:trace>
  <inkml:trace contextRef="#ctx0" brushRef="#br0" timeOffset="41492.44">3876 11892 803 0,'-4'10'140'0,"3"4"74"16,6 3-242-16,4 29-1 15,4 11 6-15,12 27 9 16,5 6 13-16,14 20 1 0,3-15-22 16,12 18-46-16,-5-16-37 15,5 6-107-15,-11-21-24 16</inkml:trace>
  <inkml:trace contextRef="#ctx0" brushRef="#br0" timeOffset="41836.83">3544 12277 744 0,'-21'22'113'15,"3"-10"112"-15,5-10-263 16,8-1 61-16,3-1-82 15,6-1-44-15,-4-1-2 16,1-1 4-16,14-37 13 16,55-79 79-16,-17 17 10 15,1-6 3-15,11-18 13 16,-9 18 2-16,2 3 6 16,-18 23-1-16,0 7 2 15,-14 27-14-15,-3 9-2 16,-8 15-4-16,-5 7-3 0,-1 13-26 15,-3 3-29 1,1 9-27-16,4 18-71 16,3 16-11-16</inkml:trace>
  <inkml:trace contextRef="#ctx0" brushRef="#br0" timeOffset="42882.68">4146 12171 827 0,'2'1'213'0,"-1"1"47"16,-1-2-250-16,0 0-43 15,0 0-9-15,1 0-7 16,24 10 15-16,44 15 12 16,-34-16 21-16,5-7-3 15,-5-6 2-15,2-9 2 16,-7-5 1-16,4-18 0 15,-5-7 4-15,-2-11-1 16,-6-2 1-16,-5-9 1 16,-9 13 2-16,-8 6 16 15,-10 14 6-15,-7 6 13 16,-4 14 6-16,-7 6-4 16,2 6-15-16,-2 7-11 15,3 7-18-15,0 15-17 16,6 7-2-16,0 21-5 0,5 6 4 15,3 12 2-15,9-4 8 16,6 2-3-16,9-16 1 16,8-8-7-16,6-12-2 15,6-7-3-15,-1-19 1 16,12-8-1-16,-4-12 7 0,7-19 4 16,-4-10 3-16,6-10 6 15,-9-8 2-15,-1-9 2 16,-11 6 2-16,-4-10 4 15,-14 3 0-15,-7-5 4 16,-6 8 3-16,-8-7 1 16,-3 12-2-16,-7 9 15 15,-1 14-1-15,-2 10 17 16,2 17-8-16,-1 12-23 16,5 11-25-16,6 20-15 15,7 9-20-15,7 18 0 16,10 0 22-16,16 4 6 15,6-15 6-15,16-6-7 16,1-19 2-16,14-6-4 16,-4-11 3-16,15-6 4 0,-4-1 7 15,9 3 2-15,-12 5 1 16,2 7 2-16,-16 6 0 16,-1 5 0-16,-18-5 3 15,-4 0 2-15,-14-7 6 16,-5-3 56-16,-13-9 7 15,-9 1 8-15,-7-5 1 16,-11-1-5-16,-7-5-56 16,-7-10-8-16,2-9-10 0,-10-15-6 15,6-6 3-15,-4-16 1 16,2-9-2-16,-3-27-1 16,13-4 1-16,-4-41-7 15,16-5 0-15,3-17-1 16,9 23 4-16,0-6 1 15,6 34 5-15,-2 7 0 16,-1 31 4-16,-1 9 8 16,2 26 4-16,-5 11 3 15,2 18 4-15,0 4-6 16,4 5-14-16,-1 2-19 16,2 7-24-16,1 20-14 15,2 15 1-15,6 23-1 16,5 14 9-16,15 15 14 0,7-7 8 15,17 4 2-15,5-14 7 16,15 0 6-16,-2-12 10 16,16 3 5-16,-8-7 7 15,4 1-75-15,-12-4-50 16,-4 13-109-16,-22-9-59 16</inkml:trace>
  <inkml:trace contextRef="#ctx0" brushRef="#br0" timeOffset="43077.16">4999 11448 1130 0,'4'-28'192'16,"0"-4"121"-16,9-29-336 16,8-9-9-16,14-21 13 15,4 2 12-15,10-5-20 16,-5 24-32-16,2 1-76 15,-8 18-64-15,0 8-110 16,-7 23-40-16</inkml:trace>
  <inkml:trace contextRef="#ctx0" brushRef="#br0" timeOffset="43528.38">4025 14239 258 0,'20'-10'42'15,"7"-35"36"-15,20-14-75 16,11-22 19-16,16-36 9 16,4-7-3-16,23-29 4 15,-1-2-5-15,21-37 7 16,-6 18-3-16,24-34-2 16,-12 20-6-16,14-24-5 15,-18 29-4-15,20-18 20 16,-29 35 8-16,4-7 19 15,-28 47 8-15,-8 9 19 16,-30 38-20-16,-9 15 0 16,-21 29-14-16,-3 9 24 15,-11 16 1-15,-6 4 22 0,-3 6 1 16,-1-1-14-16,1 1-62 16,-2 0-257-16,-1 1-104 15,-29 37-91-15</inkml:trace>
  <inkml:trace contextRef="#ctx0" brushRef="#br0" timeOffset="44555.93">6013 10112 608 0,'3'-42'255'16,"-14"32"21"-16,-3 1-144 16,-3 2-53-16,1 1-34 15,6 7-29-15,-5 8-42 16,2 10-22-16,-4 21-9 15,-2 12 5-15,3 26 3 0,5 8 25 16,6 16 7-16,11-8 6 16,14 13-5-16,8-17 2 15,22 3 1-15,4-21 0 16,16-8-2-16,-8-20 6 16,9-8-1-16,-15-14 4 15,2 3 0-15,-13-4 6 0,2 5-4 16,-13 2-1-1,-4 12-4-15,-13 8-2 16,-10 14-10-16,-15 4 2 0,-15 12 4 16,-7-8 7-16,-8-6 44 15,2-19 38-15,5-12 28 16,11-20 14-16,3-5 17 16,9-7-43-16,3-2-36 15,3 0-40-15,2 0-47 16,0-1-21-16,1 0-9 15,7-15 8-15,65-52 8 16,-28 32 32-16,16 6-7 16,-2 12 6-16,7 19-7 15,-4 15 3-15,10 22-1 16,-10 9 9-16,11 23 2 0,-5 2 10 16,7 11 2-16,9 17-77 15,4 1-80 1,6 7-79-16,1 4-86 15</inkml:trace>
  <inkml:trace contextRef="#ctx0" brushRef="#br0" timeOffset="45317.4">7310 15303 888 0,'-15'-23'290'0,"4"29"47"15,-2-7-229-15,-1 5-78 16,0 3-17-16,4 5-26 16,-1 5-16-16,5 11-3 0,5 22-6 15,8 14 7-15,12 24 2 16,8 7 12-16,15 16 0 16,4-15 5-16,16 2-3 15,-1-22 2-15,14-6-8 16,-9-23 1-16,13-13-4 15,-10-19 4-15,12-8 1 16,-10-17 7-16,3-10 2 16,-14-3 6-16,-9-6 1 15,-20-2 3-15,-10 2 12 16,-13 9 21-16,-13-4 21 16,-4 4 8-16,-11-2 19 15,-3 6-6-15,-6-1-6 16,5 10-16-16,-4 7-19 15,7 8-30-15,1 15-45 16,7 13-31-16,12 26-12 0,9 15 5 16,14 30 7-16,10 2 39 15,17 22 13-15,0-7 9 16,19 18 5-16,4-14 0 16,12 6 2-16,-10-24 4 15,-5-10 1-15,-23-29 2 16,-14-16 9-16,-24-20 124 0,-34-10-404 15,-24-16 182 1</inkml:trace>
  <inkml:trace contextRef="#ctx0" brushRef="#br0" timeOffset="47120.42">5163 13908 480 0,'1'4'92'0,"-2"-2"42"15,-2 1-156-15,3-3-18 16,0 0-7-16,0 0-22 16,0 2-2-16,0-1-12 0,1 4-6 15,2 1-7 1,-2-2-4-16</inkml:trace>
  <inkml:trace contextRef="#ctx0" brushRef="#br0" timeOffset="47193.12">5175 13950 112 0,'0'1'118'16,"1"0"-46"-16,-1 0-60 15,0-1-61-15,0 0-46 16</inkml:trace>
  <inkml:trace contextRef="#ctx0" brushRef="#br0" timeOffset="47670.24">5148 13625 823 0,'9'-3'239'0,"-25"3"37"16,13 3-239-16,8 5-79 15,5 17-3-15,9 14 1 0,7 25 8 16,5 9 28 0,9 25 6-16,1-3 1 0,4 11 1 15,0-14 0 1,5 6-7-16,-10-23-13 0,-3-7-16 16,-9-22-9-16,-5-6-75 15,-10-17-48-15,4-10-53 16,-12-10-54-16</inkml:trace>
  <inkml:trace contextRef="#ctx0" brushRef="#br0" timeOffset="47939.92">5399 13313 706 0,'3'6'140'0,"1"-9"62"15,7 22-196-15,5 12-36 16,10 22 10-16,4 11 18 16,10 16 1-16,-3-3 0 15,3-2-28-15,-5-14-8 16,-2-7-54-16,-11-22-43 0,0-4-66 15,-4-10-17-15</inkml:trace>
  <inkml:trace contextRef="#ctx0" brushRef="#br0" timeOffset="48880.44">6156 13098 643 0,'5'-13'348'0,"-3"5"-31"15,-8 9-143-15,6-1-126 16,0 1-67-16,0-1-28 15,0 1-9-15,17 39 4 0,28 54 15 16,-7-12 18-16,2 1 15 16,14 14 5-16,-5-16-28 15,9 6-56-15,-5-21-46 16,3-3-129-16,-9-21-32 16</inkml:trace>
  <inkml:trace contextRef="#ctx0" brushRef="#br0" timeOffset="49097.88">6592 12713 1025 0,'23'12'154'0,"-4"6"117"16,-15 0-302-16,16 17-17 15,14 36 5 1,13 13 1-16,6 17-113 16,3 2-114-16,6 8-24 15</inkml:trace>
  <inkml:trace contextRef="#ctx0" brushRef="#br0" timeOffset="50033.65">7848 11890 926 0,'-2'0'285'15,"1"-4"53"-15,1 4-260 0,-1-1-42 16,1 1-35-16,0 0-37 15,0 0-32-15,0 0 0 16,0 1 0-16,5 6 13 0,11 26 18 16,45 45 30-16,-29-30 2 15,-2 2 4-15,1 4 3 16,-3-6-23-16,9 8-82 16,-2-9-56-16,4 2-105 15,-2-8-68-15</inkml:trace>
  <inkml:trace contextRef="#ctx0" brushRef="#br0" timeOffset="50274.55">8287 11400 769 0,'4'2'124'0,"2"8"86"0,5 2-230 16,10 15 5-16,6 7 9 16,11 19 11-16,1 6 1 15,4 13 2-15,-3-1 0 16,1 5-15-16,-9-11-33 16,2 7-177-16,1-10 30 15</inkml:trace>
  <inkml:trace contextRef="#ctx0" brushRef="#br0" timeOffset="73978.14">12801 10159 233 0,'-10'0'63'0,"-4"-1"18"15,-3 0-69-15,-1 2-3 0,0-1-2 16,-5-1 16-16,0-2 5 16,-6 1 25-16,-2-1 2 15,-9-3-2-15,3 2-18 16,-8 0-4-16,6-2-19 15,-12-3 7-15,6 0 2 16,-7-5 26-16,1-1 6 16,-12-4 7-16,8 2-1 15,-8-5 19-15,4 0-23 16,-11-2 5-16,8-1-5 16,-14-6-6-16,7-1-15 0,-8-2 14 15,7-3-12-15,-6-8 10 16,12 2-2-16,-17-6 0 15,10 5-14-15,-15-7 8 16,10 10-15-16,-9-10-3 16,10 7-6-16,-13-8 0 15,13 7-13-15,-8-7 2 16,11 12-1-16,-3-6 22 16,14 10-2-16,-8-1 6 15,10 9 0-15,-7-1 2 16,12 9-21-16,-4-4-3 15,14 6-5-15,4 0-14 16,11 3-12-16,4 0-40 0,8 7-43 16,5 1-249-1,13 5 39-15</inkml:trace>
  <inkml:trace contextRef="#ctx0" brushRef="#br0" timeOffset="74844.5">12888 9819 411 0,'-17'-3'112'0,"0"-8"45"15,-2 0-97-15,3 0 11 0,-6-3 15 16,2-2-20-16,-9-4 12 15,-1 0-17-15,-8-5 2 16,2 1-15-16,-11-2 3 16,5 3-18-16,-9-2-5 15,-15-5 7 1,-3-2-22-16,-7-3 2 16,-1-1 2-16,-9-4 1 15,18 5 6-15,-10-8 0 16,7 6 1-16,-11-6-2 15,9 5-5-15,-12-5-5 16,10 7-2-16,-8-4 7 16,7 4-7-16,-14-9 1 15,10 7 0-15,-10-10 0 16,12 2-2-16,-11-9 3 16,13 7 2-16,-10-7 9 0,8 7 0 15,-9-5 6-15,15 10-3 16,-4-10-4-16,9 6-9 15,-4-4 0-15,10 6-14 16,-5-5 1-16,11 12-1 16,-2 0 0-16,12 10 0 15,-1-1 0-15,9 9-2 16,-1-2 0-16,11 7-3 16,-2 0-4-16,8 4-3 0,5 6-11 15,4 1-9-15,4 2-32 16,5 4-25-16,-1 10-43 15,1 5-14-15,1 18-85 16,0 10-56-16,6 17 21 16,-1-5-76-16</inkml:trace>
  <inkml:trace contextRef="#ctx0" brushRef="#br0" timeOffset="75319.89">9733 8231 346 0,'-19'-31'251'0,"1"5"-51"16,0 5 10-16,4 4-167 15,4 4 1-15,2 5-3 16,1 6-5-16,1-2-29 0,3 4-13 16,2 0-13-16,0 0-8 15,-1 1-2-15,0 16-2 16,0 14 7-16,3 52 6 16,8-35 6-16,9 20 0 15,-1-2 2-15,6 19 2 16,1-3 3-16,5 18 0 15,-3-5 2-15,10 14 0 16,-2-13-1-16,4 11 2 16,-4-16 1-16,4 2 0 15,-8-18 1-15,-1 2 1 16,-6-18 1-16,-1-3 0 16,-6-13 0-16,4-3 0 15,-5-11-1-15,0 0-1 16,-3-6-7-16,1-5-52 15,-3-5-44-15,3-6-91 0,1-11-37 16</inkml:trace>
  <inkml:trace contextRef="#ctx0" brushRef="#br0" timeOffset="75834.72">9617 8000 820 0,'-17'4'178'15,"9"-7"74"-15,2 1-243 16,3 0-18-16,1 1-5 15,2 0-3-15,-1 0-10 16,1 0-2-16,0 0-10 16,0 0 3-16,1-1 1 15,5 0 9-15,29-13 6 16,41-16 11-16,-16 10 1 16,0 4 3-16,11-4 0 0,0 7 2 15,10 4 1-15,-7 2 0 16,16 3 1-1,-8 8 0-15,3-3-1 0,-12-3 0 16,3 2 2-16,-18-2-1 16,-2-1 1-16,-13 1-2 15,-5-1 1-15,-15 3 0 16,-3 0 1-16,-11 0 2 16,-2 3 8-16,-5-2 8 0,0-1 21 15,-3 1 5-15,1 0 7 16,-1 0-7-16,1 0-9 15,-1-1-30-15,1 1-205 16,0 0-45-16,0 0-63 16</inkml:trace>
  <inkml:trace contextRef="#ctx0" brushRef="#br0" timeOffset="82609.97">5157 13339 381 0,'-12'-6'158'0,"-3"-1"42"0,1 0-112 15,-1 4 9-15,3 4-34 16,-4 7-29-16,-2 6-37 15,-5 17-17-15,1 10-7 16,-5 11-5-16,2 4 5 16,-2 10 2-16,6-8 11 15,-1 3 4-15,6-6 6 16,0 8 1-16,4-9-1 16,5 6-2-16,7-4 0 15,7 14-3-15,8-9 0 0,8 8 1 16,4-6 2-16,9 5 1 15,-1-16 4-15,7 6 0 16,-2-10 1-16,5 6-2 16,-4-6 0-16,5 10 0 15,-9-8 0-15,2 9 0 16,-7-6 3-16,-3 7 1 16,-11-6 2-16,0 14 5 15,-11-3 6-15,-10 8 3 16,-9-1 0-16,-16 19-4 15,-7-7-17-15,-14 15-38 16,-4-9-13-16,-10-5 6 16,9-26 17-16,-8-13 46 0,11-21 35 15,-1-16 72-15,13-9 2 16,-8-5-40-16,5-8-30 16,-6-13-2-16,3-1-62 15,-6-13-9-15,9-5 24 16,4-11-3-16,9 4-2 15,9-7-5-15,9 8 2 16,6-3 0-16,8 11-2 16,3 1-6-16,5 9 2 0,7-2-3 15,2 6 0-15,11-5-4 16,6 3 5-16,11-7 0 16,2 5-3-16,13-2-10 15,-6 8 0-15,8 1-8 16,-7 11 0-16,8 7 1 15,-11 8 10-15,7 12 3 16,-12 4 8-16,6 10 1 16,-8 4 2-16,7 11 0 15,-6-1 2-15,13 8-1 16,-6-3-1-16,7 4-2 16,-8-6 1-16,7 1 0 15,-10-8 2-15,1 6 4 16,-8-8 2-16,4 3 6 15,-6-7-1-15,1 0 2 16,-5-6 0-16,4 1 2 16,-5-8 0-16,12 1-14 0,6-5-160 15,7-21 50-15</inkml:trace>
  <inkml:trace contextRef="#ctx0" brushRef="#br0" timeOffset="84411.1">6230 14374 1005 0,'0'-7'240'0,"0"8"79"16,1-1-306-16,-1-1-16 0,1-1-12 15,32-27-10-15,52-55 3 16,-7 15 10-16,4 3 3 15,20-15 1-15,-10 7 3 16,14-4 0-16,-14 9 2 16,4-8 1-16,-12 12 0 15,8-6 0-15,-14 9 1 16,7-2-19-16,-4 11-21 0,4-4-85 16,-10 16-51-16,1 2-115 15,-15 13-44-15</inkml:trace>
  <inkml:trace contextRef="#ctx0" brushRef="#br0" timeOffset="84709.65">7118 14497 281 0,'-11'23'126'0,"6"-10"-1"16,2-8-77-16,2-4-29 16,8-2-22-16,-7 0 11 0,4-2 4 15,35-37 12-15,61-65 20 16,-19 6 7-16,3-6-11 16,15-16-4-16,6-14 18 15,-1 4-39 1,-10 19-2-16,-3 7-4 15,-6 13-1-15,-20 33-13 16,16-7-176-16,-8 5 56 0</inkml:trace>
  <inkml:trace contextRef="#ctx0" brushRef="#br0" timeOffset="87761.43">8041 11228 747 0,'-22'1'198'0,"2"-5"66"16,6 2-214-16,0-1-18 15,5-1-6-15,-1 1-6 16,1-1-8-16,1 2 0 15,4-1-3-15,0 0-7 16,3 1-13-16,0 1-13 16,1 0-6-16,0 0-5 15,1-1 2-15,0 0 0 16,20-7 9-16,46-14 4 16,-35 20 4-16,10 3-9 15,-2 5 0-15,11 4-12 16,-3 2-1-16,14 5-1 15,-8 1 10-15,13 11 7 16,-9 2 12-16,4 11 0 16,-10 2 2-16,6 9 0 0,-12-4 2 15,6 9-1-15,-6-5 4 16,8 9-1-16,-2-5 1 16,11 14 1-16,-5-10 1 15,10 11 0-15,-9-10 3 16,5 6 1-16,-11-15 0 15,4 3 0-15,-9-14 1 16,2 0-1-16,-12-16 0 16,2-4-2-16,-10-13 0 0,3-9 4 15,-7-10 1-15,1-6 5 16,-9-2 14-16,-2 0 55 16,-8 4 9-16,-7-7 20 15,-3 3 1-15,-5-7 8 16,-6-1-46-16,-6-9-10 15,-5 5-20-15,-13-2-6 16,-20 1-7 0,-2 3-16-16,-5 9-2 15,-2 6-1-15,4 7-6 16,17 10-8-16,-2 8-10 16,6 1-3-16,-2 14-5 15,2 6-1-15,0 15-5 16,3 3 4-16,1 22-4 0,9 1 5 15,3 16-2-15,6-5 5 16,5 16 0-16,9-6 6 16,2 13-2-16,8-6 5 15,4 15 3-15,3-9 2 16,3 9 0-16,-1-11 3 16,2 6 1-16,-2-14 1 15,1 10 0-15,-2-14 1 16,5 11 1-16,-7-13 0 15,3 13-1-15,-4-11 3 0,0 5-1 16,-5-11 0-16,-1 4 0 16,-2-23 0-16,-1-2 2 15,-2-17-1-15,-2-3 3 16,-1-13 1-16,-3-5 5 16,4-9 6-16,-3-5 18 15,1-7 3-15,3-2 5 16,2-2-4-16,-2-1-7 15,2-2-15-15,0 0-6 16,0 0-4-16,0 0-4 16,-1 0-1-16,1 0-5 15,-1 0-16-15,-1 0-65 16,1 0-61-16,0 0-197 16,0 1-16-16</inkml:trace>
  <inkml:trace contextRef="#ctx0" brushRef="#br0" timeOffset="92564.18">9390 11427 5 0,'55'20'6'15,"5"-3"2"-15,-10-6 1 16,5-7 10-16,-7-7 1 16,8-5 7-16,-8-4 2 15,4-5 11-15,-9-4 1 16,-3-9 25-16,-11 2 6 15,-1-3 20-15,-13 2 0 16,-5 3 24-16,-3 10-8 0,-7 1 28 16,-6 1-16-16,-1 1 2 15,-5 1-31-15,-3-1-10 16,-2 1-37-16,-5 2 2 16,1 4-19-16,-3 2-8 15,-2 4-12-15,-3 2-8 16,1 5-14-16,-8 7 0 15,4 3 4-15,-2 5 5 16,7 1 2-16,5 0 3 16,5-2 0-16,7 6-5 15,4 3-3-15,4 6-4 16,-1 2 0-16,4 9 3 16,2-2 2-16,2 5 2 15,2 2 3-15,4 11 1 16,1-5 1-16,2 9 0 15,-2-4 0-15,0 6 0 0,-1-9-1 16,3 7 1 0,-3-8 0-16,0 7-3 0,1-12 0 15,0 5 1-15,-2-10 0 16,-2 5 0-16,-2-7 4 16,3 7 1-16,-6-5-1 15,2 10 0-15,0-7 1 0,-1 4-1 16,-1-8 1-16,1 0 0 15,-3-9-1-15,0 1 3 16,-1-8-2-16,1 5 1 16,-2-8-2-16,0 0 1 15,1-5-2-15,0-4 2 16,-1-5 0-16,0-2 3 16,1-5 0-16,-2-2 1 15,1-3-1-15,1 0-4 16,0-3-27-16,0 0-147 15,0 0-97-15,0 0-41 16</inkml:trace>
  <inkml:trace contextRef="#ctx0" brushRef="#br0" timeOffset="98894.93">19560 11944 888 0,'-5'3'276'0,"4"-4"-134"0,0 0-94 16,1 1-25 0,0 0-27-16,-2 0-13 15,2 0-4-15,0 0 1 0,0-1 8 16,0 0 4-16,0-1 5 15,0 1-2-15,0 0-3 16,2 0-2-16,9-5 0 16,17-9 0-16,35-21 2 15,-22 15 2-15,0-1 2 16,12-7 2-16,0 1 1 0,12-6 1 16,-5-1 1-16,5-2 0 15,-9 6-1-15,0-1 1 16,-11 5 0-16,0 3-1 15,-11 8 0-15,-3 1-1 16,-7 4-1-16,-2 2-1 16,-6 3 0-16,-1 2-8 15,-1 3-15-15,-3 0-60 16,1 2-30-16,3 6-125 16,-4-2 5-16,-9 12-57 15</inkml:trace>
  <inkml:trace contextRef="#ctx0" brushRef="#br0" timeOffset="99292.27">19760 12204 49 0,'44'-23'45'16,"7"-2"-11"-16,7-3 1 15,-1 4-23-15,5-4 3 16,-10 4 3-16,2-1 27 15,-11 2 11-15,0 0 10 16,-11 3 23-16,2 2 16 16,-8 5-15-16,-1 1 2 15,-4 4-11-15,0-3-26 16,-4 2-23-16,3-5-11 16,-3 2-15-16,7-7-6 15,0 0-23-15,19-12-166 16,4-4 45-16</inkml:trace>
  <inkml:trace contextRef="#ctx0" brushRef="#br0" timeOffset="111374.93">21155 9831 403 0,'-9'12'149'16,"4"-8"2"-16,4-6-113 15,-1 2-79-15,2 0-14 16,0 0 4-16,0-1 19 15,1 0 33-15,12-2 15 16,14-6 12-16,49-18-1 0,-28 11-15 16,12-5-9-16,1 2-3 15,14-5 0-15,-5 3 0 16,7-6 6-16,-6 9 8 16,9-3 10-16,-13 4 1 15,13 0 2-15,-8 7-7 16,4-5-7-16,-11 7-11 15,2 0-1-15,-18 7-3 0,-6-4-3 16,-11 10-42 0,-5-3-7-16,-13 4-58 15,-5 2-36-15,-11 8 3 16,-15 2-48-16</inkml:trace>
  <inkml:trace contextRef="#ctx0" brushRef="#br0" timeOffset="111706.1">21080 10444 473 0,'-19'26'263'15,"14"-20"-51"-15,7-10-70 16,10 1-178-16,20-9-5 0,13-7 14 15,27-13 6-15,11 0 19 16,18-12 5-16,-8 1 6 16,16-3 11-16,-18 7 7 15,9-5 15-15,-16 9 2 16,7 2 2-16,-17 8-10 16,2-2-6-16,-15 9-16 15,2 0-6-15,-17 6-5 16,-1 0-4-16,-12 4-11 15,-2-1-69-15,-5 1-94 16,8-7-74-16,-6-6-74 0</inkml:trace>
  <inkml:trace contextRef="#ctx0" brushRef="#br0" timeOffset="115722.99">20116 11672 415 0,'-11'-2'346'0,"2"-1"-71"15,9 2-46-15,-3 4-166 16,3-3-56-16,0 0-53 0,0 0-21 16,0 0-1-16,0 0 10 15,2 1 11-15,-1 1 30 16,22 17 9-16,38 42 2 15,-21-26-2-15,3 4 3 16,14 6 1-16,0 0 3 16,10 10-1-16,-3-4 2 15,9 6-1-15,-10-3 0 0,10 12 1 16,-8-8-1 0,5 5-1-16,-2 2 1 15,-5-1 0-15,-7-14 0 16,-4-2 2-16,-11-8 0 15,-10-15 1-15,-1 0-2 16,-9-10-41-16,-1-2-151 16,-5-6-8-16,-5-12-88 15</inkml:trace>
  <inkml:trace contextRef="#ctx0" brushRef="#br0" timeOffset="116195.95">20368 11416 880 0,'2'4'81'16,"-2"-3"31"-16,6 3-264 15,-6-4-4-15,1 1 34 16,25 9 31-16,40 48 88 16,-30-27 0-16,-4-3 0 0,7 4-1 15,-2-1 1-15,7 4 1 16,0-4 2-16,12 9 3 16,3-2 3-16,10 9 0 15,2-3-1-15,11 6 1 16,-5-4-2-16,13 11-1 15,-8-3-1-15,6 6-1 16,-15-3 1-16,2 2-2 16,-20-10 0-16,2-4 6 15,-17-15 20-15,2-3 26 16,-12-9 10-16,-5-6 17 16,-9-4-3-16,-2 0-14 15,-7-6-26-15,-1 2-7 16,-4-2-17-16,-2-2-56 15,0 0-76-15,0 0-84 0,-1 0-50 16</inkml:trace>
  <inkml:trace contextRef="#ctx0" brushRef="#br0" timeOffset="116571.54">20759 12654 881 0,'1'6'121'15,"1"-8"70"-15,12 1-257 16,8-1-25-16,13 1 7 15,10 1 59-15,13 2 14 16,-1 2 5-16,8 1-2 16,-4 1 3-16,10 1 2 15,-8 1 4-15,7 0 6 16,-10-1 3-16,6-1 3 16,-9-3 0-16,6 0-1 0,-9-3-5 15,5 0-2-15,-11 1-5 16,1 1-50-16,-12-1-48 15,-2-4-96-15,-7-5-31 16</inkml:trace>
  <inkml:trace contextRef="#ctx0" brushRef="#br0" timeOffset="117005.14">21617 11614 990 0,'-10'0'240'0,"4"-1"71"16,5 1-290-16,1 2-88 15,0-2-20-15,0 1-1 16,0 7 6-16,6 32 6 15,10 45 57-15,-3-23 12 16,-1-4 2-16,5 12 1 16,0-6 1-16,4 7-1 15,2-1 2-15,5 9 0 16,-1-10 1-16,4 5 1 16,-3-11 0-16,-1 2 1 0,-2-9 1 15,-6 4-1-15,-1-9 1 16,-7 1 0-16,-2-11 1 15,-2-5 1-15,-3-13 2 16,-3-6 11-16,-1-9 7 16,-2-7 5-16,0-1 0 0,1-1-42 15,1 0-193-15,0-1-43 16,-2-18-94-16</inkml:trace>
  <inkml:trace contextRef="#ctx0" brushRef="#br0" timeOffset="123313.4">20614 7091 241 0,'-8'-15'123'16,"4"-1"2"-16,-3-7-58 16,3 9 8-16,0-2-26 15,-1 3-27-15,-1-2-59 16,-1 3-42-16,-4-7-22 16,-2 1 1-16,2-3 31 15,-1 3 71-15,3 2 83 16,0 5 15-16,0 1-1 15,-1 5-21-15,0 1-26 16,-4 2-60-16,-1 5-16 16,-1 1-3-16,2 3-3 0,1 1 1 15,4-1 1-15,5-2 2 16,2-2 4-16,4-3 7 16,-2 0 22-16,0-1 18 15,4 0 18-15,26-6 2 16,53-16 0-16,-27 6-18 15,14-6-7-15,-1-2-11 16,16-3 0-16,-9 2-1 16,9-3 6-16,-12 1 8 0,8-7 12 15,-16 3 0-15,3-4 1 16,-14 6-7-16,-6 5-10 16,-14 9-13-16,-3 3-4 15,-12 5-8-15,2 2-62 16,0 1-53-16,3 5-69 15,4-1-54-15</inkml:trace>
  <inkml:trace contextRef="#ctx0" brushRef="#br0" timeOffset="123922.67">20101 8362 502 0,'-6'8'156'15,"18"-9"17"-15,-11 2-130 16,-1-2-65-16,10-4 1 16,7-3 7-16,11-9 2 15,5-5 13-15,11-2 11 16,0-1 6-16,6-3 11 16,-1 6 3-16,5-5 7 0,20-9 35 15,-1 2-41 1,6-3-2-16,-3 0-9 15,4 2-3-15,-24 11-12 16,3-1-4-16,-12 8-2 16,1-1 0-16,-12 6-1 15,-2 1 1-15,-10 4-1 0,-5 3-2 16,-7 1-5 0,-3 2-33-16,-2 2-29 0,-1 4-70 15,-1 1-39-15,-4 8-41 16,-6 4-38-1</inkml:trace>
  <inkml:trace contextRef="#ctx0" brushRef="#br0" timeOffset="124237.67">20442 8615 452 0,'-10'19'165'15,"7"-19"31"-15,3 0-96 16,1 0-43-16,-1-1-20 16,0 0-19-16,2-1-17 15,32-13-19-15,51-31 3 0,-24 13 13 16,12-10 5 0,-9 7 6-16,11-5 10 0,-14 6 3 15,3-2 2-15,-11 9-3 16,7-1-5-16,-11 5-9 15,6 1-6-15,-7 8-1 16,2-2-6-16,-15 2-12 16,2 3-57-16,-11-1-32 15,-1-3-115-15,-11-1-26 0</inkml:trace>
  <inkml:trace contextRef="#ctx0" brushRef="#br0" timeOffset="124867.49">20744 7522 676 0,'-25'13'101'0,"5"-13"59"15,-1 2-247-15,2 9-33 16,3 2-18 0,6-5 2-16,5 0-7 0,4-4 53 15,6-1 35-15,1-3 35 16,-6 0 50-16,1 0 18 16,12 1 3-16,13 2-17 15,44 11-10-15,-32-5-14 16,12 7-3-16,-3-3-5 15,8 2 0-15,-3 2 0 0,6 2 0 16,-6-3-2-16,7 4 2 16,-5-3 0-16,3 2-2 15,-8-2 1-15,0 2 2 16,-8-4 0-16,-4 7 2 16,-10-2 0-16,2 2 1 15,-10-5-1-15,-1 4-1 16,-5-6-1-16,1 1 3 15,-8-4 1-15,4 5 13 16,-6-2 6-16,2 3 4 16,-4-1-2-16,0 5 2 15,-1 1-11-15,-4 8-4 16,-4-2-4-16,-2 8 2 16,-3 1-4-16,-3 7 0 15,0-1-4-15,0 8 1 16,2-4-2-16,0 2 0 0,3-11-3 15,2 2 1-15,0-7 1 16,-2-3 2-16,4-6-2 16,1 3-46-16,-1-8-67 15,9-4-21-15,2-8-65 16</inkml:trace>
  <inkml:trace contextRef="#ctx0" brushRef="#br0" timeOffset="125420.09">20729 6864 269 0,'-4'5'122'16,"2"-2"-45"-16,4-3-50 15,-2 0-63-15,1 0-5 16,14 1 7-16,20-1 35 16,49-1 3-16,-33-2 3 0,10-5 3 15,-2-3 0-15,7 0 16 16,-4-4 2-16,9-1 3 15,-8 1 2-15,7-1 12 16,-10 1 0-16,5-2-3 16,-12 2-5-16,-1-1-2 15,-10 5-16-15,-3-4-13 16,-13 6 2-16,-2-1 2 16,-10 2 0-16,-3-2-17 15,-7 3-23-15,-1-9-128 16,-7-7 14-16</inkml:trace>
  <inkml:trace contextRef="#ctx0" brushRef="#br0" timeOffset="125969.21">21089 6272 502 0,'-26'-7'224'0,"12"-3"-12"16,6 7-92-16,6 2-128 0,-2-1-38 16,3 0-16-16,1 2-16 15,0 0 3-15,0 0 1 16,1 0 38-16,18 3 15 16,8 1 16-16,47 11 2 15,-32-7-2-15,12 5 1 16,-2 2 1-16,11 6 0 15,-5 0 1-15,9 6 3 16,-10-1-1-16,9 2 1 16,-10-2 0-16,6 3 0 15,-13-5-1-15,0-1 1 16,-11-5-1-16,-6 0 0 16,-10-7 1-16,-1 1 0 15,-9-1 1-15,-1-2 3 16,-3-1 1-16,-6-1 4 0,-2-1 0 15,-1 0 6-15,0 0-2 16,-3 2 3-16,1 1-3 16,-2 1 3-16,-3 4-3 15,-6 2 3-15,0 2-2 16,-3 4-1-16,-1-3-4 16,-5 5-2-16,3-2-4 15,-3 1-1-15,2-2 0 16,-1 2 1-16,6-6 0 15,-1 3 0-15,5-5 0 16,0 0-2-16,4-4-31 0,0 2-142 16,1-2 35-16</inkml:trace>
  <inkml:trace contextRef="#ctx0" brushRef="#br0" timeOffset="132678.74">21157 6856 261 0,'-3'0'74'0,"3"0"13"15,1 0-78 1,-1 0-13-16,0-1-7 0,0 1-3 16,0 0 4-16,1 0 11 15,0-1 3-15,24-2 3 16,39-5 3-16,-23 2-2 15,-1-3-8-15,7 0 1 16,-5 0 0-16,7-3 1 16,-5 0 1-16,7-2-1 0,-4 2 0 15,6-3 0-15,-8 4-2 16,1 1 1-16,-8 0-1 16,-6 2 0-16,-10 4 1 15,-2-2-19-15,-8 2-14 16,-3 0-55-16</inkml:trace>
  <inkml:trace contextRef="#ctx0" brushRef="#br0" timeOffset="133155.1">21074 6275 333 0,'-6'-3'0'0,"3"1"26"15,10 6-96-15,10 1-14 16,9-1 21-16,13 2 31 15,6-3 23-15,13-1 2 0,-4-2 2 16,7 0 10-16,-12-3 16 16,7 4 12-16,-10 1 1 15,5 2 4-15,-8 2-9 16,14 7-11-16,-9 0-10 16,8 10-4-16,-10-1-2 15,0 8 0-15,-14-2-1 16,-3 7 0-16,-11-3 1 15,-7 6 8-15,-3-3 0 0,-6 1 4 16,-3-3 2-16,-8-1 2 16,2-4-7-16,-8 3-1 15,3-1-3-15,-6 5-2 16,4-1-1-16,-5 5-4 16,1-7-25-16,-1 4-54 15,4-6 6-15</inkml:trace>
  <inkml:trace contextRef="#ctx0" brushRef="#br0" timeOffset="141428.44">20710 7631 389 0,'-6'2'143'0,"3"-2"-29"16,3 1-112-16,0-1-51 15,0 0-11-15,0 0 2 16,0 1 34-16,1 1 16 15,7 7 8-15,1 4 0 16,43 27-1-16,-29-31 1 16,0-4 1-16,13 4-1 15,1-4 2-15,9 3-1 16,-1-4 2-16,13 2-1 16,-8-1-1-16,13 0 0 15,-6 2 1-15,11 1-1 16,-9-1-1-16,5 2 1 15,-13-2-1-15,4 0 1 16,-15-1 0-16,1-1 0 0,-9-3 1 16,1 1 0-16,-11 0 0 15,2-1 0-15,-5 0 1 16,0 3 0-16,-4 0 0 16,0-1-1-16,-4 0-1 15,-3 0-19-15,-3-3-42 0,-1 1-38 16,-3-1-19-1</inkml:trace>
  <inkml:trace contextRef="#ctx0" brushRef="#br0" timeOffset="142132.97">21011 7573 608 0,'-16'0'144'0,"8"-1"49"15,1-6-183-15,5 7-66 16,-1-1-28-16,2 1-36 0,1 0 1 16,0 0 8-16,0 0 49 15,1 0 27-15,18-1 35 16,10 0 3-16,37 2 1 15,-19-2-1-15,0 8 0 16,13-1 0 0,-3 7-2-16,10-1 1 0,-6 4-1 15,4-2 1-15,-11 1-1 16,5-1-1-16,-11-1 0 16,1-1 0-16,-8 1-1 15,1-2 2-15,-11-4-1 0,-2 0 1 16,-10 0 0-16,-3-3 3 15,-9-4 1-15,-1 3 7 16,-2-2 7-16,-4-1 17 16,0-1 5-16,0 1 4 15,0 0-7-15,-2 0-7 16,1 0-19-16,0 0-6 16,0 0-4-16,-1 0 6 15,-1 0 4-15,0 0-1 16,-6 1 0-16,-4 4-3 15,-1 1-6-15,-40 34-5 16,34-14 1-16,-4 10 0 16,2 0 1-16,-2 9-4 15,7-5 1-15,-1 7-1 16,5-4 0-16,-2 6 0 16,3-4 2-16,4 7 1 15,2-6 1-15,4 7 1 0,2-5 0 16,3 1 1-16,-1-6-1 15,-1 0 1-15,0-11 1 16,-1-2 2-16,-4-12 2 16,2-2 4-16,1-8 2 15,-1-3 0-15,2-4-2 0,0-1-48 16,-1 0-104-16,-1 1 16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3T18:21:15.8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22248 3869 464 0,'-3'-1'140'0,"1"-3"0"15,5 4-126-15,-3 0-34 16,0 0-10-16,8 2 7 15,24 2 21-15,52-5 4 16,-25-12 4-16,17-10 8 16,5-4 2-16,19-11 12 15,-4 0 3-15,16-11 3 16,-1 4-7-16,26-6-6 16,-12 5-11-16,25-4-5 15,-6 8-3-15,10-3 0 0,-23 9-1 16,10-5 0-16,-25 10 0 15,2-6 0-15,-23 7 0 16,4-2 0-16,-21 12 0 16,-6-1-2-16,-16 12-1 15,-6 0-36-15,-18 6-41 0,-5 2-98 16,-12 5-16-16</inkml:trace>
  <inkml:trace contextRef="#ctx0" brushRef="#br0" timeOffset="747.69">22965 4184 677 0,'-18'18'132'16,"11"-10"36"-16,7-10-243 0,6 4-48 16,6-2 5-16,23-11 8 0,11-5 30 15,27-9 47-15,11-6 39 16,21-15 8-16,-6 1 10 16,18-4 26-16,-7 4 10 15,12-8 15-15,-12 10-5 16,18-7-9-16,-14 7-27 15,13-8-10-15,-11 8-15 0,15-2-3 16,-19 11-4 0,0 4-1-16,-24 9 0 0,-13 0 0 15,-29 10 0-15,-15 3 15 16,-16 2 16-16,-8 4 13 16,-6 2 1-16,-1-2 4 15,0 1-14-15,0 1-17 16,0 0-12-16,0 0-1 15,-1 0-1-15,0 0 2 16,-1 0 1-16,1 0 3 16,0 0-2-16,0 0-1 15,0 0-3-15,0 0-1 16,1 0-2-16,-1 0 0 16,1 0 2-16,0 0 2 15,0 0 1-15,0 0 2 16,-2 0-2-16,2 0-1 0,0 0-2 15,0 0-4-15,0 0-1 16,0 0-3-16,0 0 0 16,0 0-1-16,0 0 1 15,0 0 0-15,0 0 2 16,0 0 0-16,0 0 1 16,0 0 0-16,0 0 0 15,0 0-1-15,0 0 1 16,0 0 0-16,0 0 1 15,0 0 0-15,0 0 1 0,0 0-3 16,0 0-5-16,0 0-21 16,0 0-20-16,0 0-67 15,0 0-78-15,0 0-41 16,-1 0-57-16</inkml:trace>
  <inkml:trace contextRef="#ctx0" brushRef="#br0" timeOffset="4795.28">22919 4234 413 0,'7'12'130'0,"2"-12"15"16,13-3-100-16,10-2-51 15,27-4-3-15,13-5 3 0,19-7 0 16,-3-8 1-16,13-6 1 16,-15-3 3-16,9-7 16 15,-11 4 4 1,8-1 2-16,-9 7 0 0,11-2-2 15,-13 8-12 1,5 2-3-16,-15 5-3 0,0-1-1 16,-18 6 1-16,-4 5-2 15,-15 4 0-15,-8 1-14 16,-10 7-8-16,-3 0-15 16,-11 1-9-16,-2-4-31 15,-2 4-26-15,1-1-33 16,-2-1-18-16</inkml:trace>
  <inkml:trace contextRef="#ctx0" brushRef="#br0" timeOffset="5597.66">24753 2622 805 0,'-4'-5'175'0,"8"-2"66"16,-6-1-251-16,24 3 5 15,4 2-15-15,9 2-2 16,1 3 8-16,3 4 2 16,-7 4 5-16,3 10 0 15,-5 2 1-15,3 11 0 16,-4 4 0-16,3 11-1 15,-1 0 3-15,7 13-1 16,-2-1 2-16,9 14 1 16,0-2 0-16,13 12 1 0,-3-13 2 15,12-4-1-15,-3-21 1 16,13-9 0-16,-13-18 1 16,4-8 0-16,-10-14 1 15,3-7 2-15,-13-7 1 16,4-12 2-16,-11 2 3 15,-6-7 5-15,-13-2 7 0,-8-1 34 16,-14 9-3-16,-7-3-10 16,-6 9-7-16,-7 7-14 15,-3 5-39-15,-11 7-4 16,-2 8 4-16,-11 10 1 16,3 12 3-16,-12 11 1 15,2 3 5-15,-10 15-1 16,8 1 3-16,-4 14-2 15,14-3 3-15,4 19-1 16,13-7 3-16,8 7-3 16,10-8 1-16,5 7-1 15,8-17 2-15,4 8-2 16,5-17 3-16,0-4 0 16,0-17 0-16,-2-10 0 15,-4-13 2-15,-2-7 1 16,-1-6 3-16,-1-3 5 0,-1-1 2 15,-1-1 1-15,1 1-1 16,0 1-11-16,0-1-40 16,0 0-220-16,0 0 50 15</inkml:trace>
  <inkml:trace contextRef="#ctx0" brushRef="#br0" timeOffset="11337.39">23732 6405 592 0,'-3'6'168'16,"2"-5"27"-16,-3 3-198 15,3-4-60-15,-1 0-17 16,0 1 4-16,0 0 10 16,0 0 50-16,-1 0 19 15,1 0 21-15,0 1 1 16,0-1-6-16,1 0-1 16,1 0-11-16,11 4-6 15,26 5 0-15,48 3 3 16,-36-13-4-16,10 1-1 15,-3 0 1-15,12-1 1 16,-4 1-1-16,9 0 2 16,-3-2 0-16,14-1 2 15,-5-2 4-15,14-1 5 0,-4-3 3 16,10 0 2-16,-13-2-2 16,14 1-4-16,-14 0-6 15,13 2-2-15,-10 1-2 16,16 0 0-16,-13 2 1 15,15 2 2-15,-12-2 1 16,11 4-2-16,-17 1 1 16,13 3-1-16,-12-1-2 0,11 1-2 15,-9-1 2-15,17-1-1 16,-11 0 1-16,14-2-1 16,-12 1 0-16,10-1 0 15,-17 0 1-15,12-1-1 16,-17-1 1-16,12 0-1 15,-9 1 1-15,15-1 0 16,-10 0-1-16,15 4 0 16,-16-4 1-16,6 2-1 15,-20-1 2-15,1 1 1 16,-22-1 3-16,3 2 7 16,-17 0 2-16,-5 2-1 15,-11 0 0-15,-2 2-4 16,-13-3-7-16,-1 3-2 15,-6-3-1-15,-4 0-2 0,0-1-13 16,-4-1-106-16,0 0-80 16,0 0-22-16</inkml:trace>
  <inkml:trace contextRef="#ctx0" brushRef="#br0" timeOffset="12999.01">16314 7718 256 0,'-4'3'94'16,"5"-3"3"-16,6 0-54 16,-7 0-48-16,1 0-1 0,23 3 2 15,38 5 0-15,-26-8 0 16,2 0 5-16,11-2 5 15,-1-3 4-15,12-2 0 16,-2 1 0-16,11-3 1 16,-4 1-6-16,15 0-2 15,-3 6-2-15,15 0 1 16,-4 3-2-16,17 0 1 16,-7 2-1-16,15 0 1 15,-8-2 0-15,10-2-1 16,-12-3 0-16,10 1 1 15,-16-2 3-15,10-1 1 16,-16 1 3-16,15-2 5 16,-12 0 4-16,16-7-4 15,-11 1 0-15,19 1-1 16,-18-8-6-16,3-1 11 16,-22 3 12-16,0 1 19 15,-25-2 6-15,-2 5 3 0,-15 3-13 16,4 0-13-16,-8 2-19 15,2 1-6-15,-6 2-3 16,-2 2-1-16,-10-1-1 16,-2 3-1-16,-4 1-4 15,-1 1-47-15,3 1-41 16,11 1-93-16,2-2-30 16</inkml:trace>
  <inkml:trace contextRef="#ctx0" brushRef="#br0" timeOffset="13493.8">21519 7754 580 0,'-8'-1'134'15,"13"0"13"-15,3 0-304 16,6 0-10-16</inkml:trace>
  <inkml:trace contextRef="#ctx0" brushRef="#br0" timeOffset="13766.13">21922 7671 73 0,'70'-21'72'0,"21"-4"-10"16,-4 0-12-16,15-6-6 0,-3 5-19 16,13-4-2-16,-10 3-6 15,8-2 0-15,-10 3-2 16,7-1 10-16,-17 5-5 16,1 0 0-16,-17 5 11 15,-2-1 33-15,-22 7 1 16,-5 0 26-16,-15 3 9 15,-7 3-4-15,-13 1-31 16,0 2-7-16,-4 1-27 16,-2 0-9-16,-3 2-13 0,-1-1-6 15,0 0-4-15,0 0-9 16,-1 0-18-16,0-1-90 16,-1 1-100-16,1 0-13 15</inkml:trace>
  <inkml:trace contextRef="#ctx0" brushRef="#br0" timeOffset="29321.82">23678 6386 372 0,'-4'3'99'16,"2"-3"23"-16,1 0-112 16,1 0-36-16,0 0-10 15,0 0 2-15,0 0 2 16,0 0 13-16,0 0 18 15,1 0 12-15,0 0 3 16,6 0 0-16,14 0-1 0,39-2-3 16,-29 1-4-16,1-2-3 15,7 1 0-15,-1-1 0 16,7-2 0-16,-2 0 2 16,9 0 5-16,-3-2 2 15,7 1 2-15,-9 1 7 16,3-2 25-16,-8 3 2 15,2-1 10-15,-6-1 15 16,6-2 2-16,-7 3-26 16,-2-2-6-16,-7 1-11 0,-5 0-18 15,-8 2-10-15,-1 0 1 16,-2 2 1-16,-2-2-1 16,-2 2 1-16,0 0-1 15,-1 2 0-15,-1-1-1 16,-2 1 1-16,-4 0-2 15,0 0 0-15,0 0-2 16,0 0 0-16,2 0-1 16,-1 0 0-16,0 0 1 15,0 0 2-15,0 0 1 16,0 0 1-16,-1 0 0 16,0 0-1-16,0 0-3 15,0 0-2-15,1 0-5 16,1 0-15-16,-1 0-52 15,0 0-64-15,0 1-83 16,0 6-44-16</inkml:trace>
  <inkml:trace contextRef="#ctx0" brushRef="#br0" timeOffset="43712.48">23668 7577 743 0,'64'-22'139'0,"27"-14"78"16,11-7-223-16,33-9-2 0,-2 1-14 15,26-8-50 1,-13 8-37-16,12-12-104 0,-24 3 0 16,1-12-55-16</inkml:trace>
  <inkml:trace contextRef="#ctx0" brushRef="#br0" timeOffset="44010.77">23973 7933 825 0,'-19'28'254'16,"24"-27"32"-16,18-21-211 15,21-10-85-15,39-18-7 16,19-13 4-16,48-19 4 15,5 1 5-15,23-14 1 16,-16 8 1-16,10-3 0 16,-34 15 1-16,3 3-1 15,-30 19 1-15,-1 3-21 16,-26 14-26-16,-4 1-121 16,-17 15-106-16,0 2-32 0</inkml:trace>
  <inkml:trace contextRef="#ctx0" brushRef="#br0" timeOffset="48243.54">23915 8708 375 0,'1'0'77'0,"2"-2"32"16,2 2-112-16,-5-1-7 15,1 1 2-15,16 0 2 16,6-1 3-16,39 0 5 16,-37 1 5-16,5-5 10 15,-1 1 2-15,8 0 2 16,0 0-1-16,9-1-2 16,-1 2-11-16,11-2-3 15,-3 0-1-15,10 0-1 16,-4-1 0-16,10 0 8 15,-7 0 2-15,7 1 1 16,-7 0 1-16,8 2 1 16,-13-3-6-16,8 1 13 15,-10 1 3-15,3-2 9 0,-10 2 6 16,4 3 3-16,-9 1-14 16,5-1-4-16,-3 2-10 15,6-3-7-15,-5 1-6 16,5-2-1-16,-9 5 1 15,0-2 0-15,-11 0 5 16,1 2 14-16,-10-4 3 16,1 0 3-16,-3 1 0 15,-4 2-4-15,-6-2-7 0,1 5 18 16,-7-4 5 0,0 1 11-16,-2 0 1 0,-2-1-4 15,0-1-19-15,0 1-9 16,0 0-10-16,0 0-4 15,0 0-2-15,0 0-3 16,0 0-1-16,0 0-13 16,0 0-37-16,0 0-96 15,0 0-62-15,2 1-70 16,27 12-82-16</inkml:trace>
  <inkml:trace contextRef="#ctx0" brushRef="#br0" timeOffset="49050.43">28411 8715 589 0,'-2'-2'158'15,"3"2"28"-15,-2 0-201 16,1 0-80-16,-1 0-17 16,0 0-5-16,0 0 13 0,1 0 67 15,0 0 84-15,0 0 42 16,0 0 24-16,0 0 14 15,0 0-33-15,1 0-20 16,10 0-37-16,24 0-23 16,39-1-14-16,-27-3-1 15,-3 0 0-15,9-2 0 16,-6 2 1-16,9-2-1 16,-5 1 1-16,5 2 0 15,-10 2 0-15,-3-2 0 16,-10 3 1-16,-3-1 1 15,-14 2 1-15,-1-2 0 16,-7 2 1-16,-4-1 0 16,-1 0 0-16,-3 0 2 15,0-1 1-15,0 1 4 16,0 0 1-16,0 0-1 0,0 0-3 16,0 0-6-16,0-1-15 15,-1 1-58-15,-1 0-114 16,1 0-41-16,-3 0-77 15</inkml:trace>
  <inkml:trace contextRef="#ctx0" brushRef="#br0" timeOffset="50454.57">10246 10229 385 0,'-2'5'137'0,"2"-4"0"16,-1-2-97-16,1 1-62 16,0 0-10-16,0 0 2 15,0 0 9-15,0 0 5 16,1 0 13-16,6-1 2 15,12-1 3-15,42-5-1 16,-31 1 1-16,8 1-1 16,-1-1 0-16,9 0-1 15,-2-1 1-15,12 0-1 16,-2 0 0-16,14 1-1 16,-3 4-1-16,10 2 0 0,-8 1 1 15,10 1-1-15,-10-2 2 16,9 0 0-16,-7-3 1 15,12-2 2-15,-7-1-1 16,9-1 2-16,-7 2 0 16,9-5 2-16,-4 2 0 15,9-2 1-15,-10 0-1 16,13-2-1-16,-13 1-2 16,12-2 2-16,-7 0-3 15,10-1 2-15,-9-1-1 16,12-1-1-16,-14 1 1 0,8-4 0 15,-16 5-1-15,1-5 0 16,-13 7 1-16,-1-2-2 16,-12 5 1-16,4-4-2 15,-6 6 1-15,4 0-1 16,-8 1 1-16,3 2-1 16,-10 3 1-16,-3 1 0 15,-12-2 1-15,-2 4 3 16,-6-2 16-16,-2 0 14 15,-3 0 4-15,-1 1 10 16,-3 0 4-16,-3 1 10 16,-1-2-4-16,-2 0 12 0,0 0 0 15,0 0 6 1,0-1-18-16,0 1-2 16,-1 0-12-16,1-1 5 0,0 1-12 15,0 0-1-15,0 0-8 16,0-1-9-16,0 1-21 15,0 0-123-15,0 0-67 16,0 1-120-16,6 12-98 16</inkml:trace>
  <inkml:trace contextRef="#ctx0" brushRef="#br0" timeOffset="53217.21">20650 10194 948 0,'-1'2'220'15,"0"-2"75"-15,2 0-275 16,-1 0-55 0,1 0-4-16,13 0-2 0,17 0-2 15,49 1-1-15,-35 0 26 16,7-1 2-16,-10 0 4 0,10-2 4 15,-2 0 8-15,11-1 0 16,-1 0 0-16,23-1 0 16,-4 3 0-16,18-1-1 15,-7 0 2-15,21 2-2 16,-10 2-13-16,16 0-22 16,-10 2-6-16,14 2-5 15,-20-3-1-15,4-1 16 16,-18-2 23-16,4-2 6 15,-16-3 6-15,10-2 2 16,-11 2 0-16,12-1 2 16,-12-1 1-16,14 0-1 15,-13 0 1-15,17-2-2 16,-9 2-3-16,9 1-2 16,-12 5-2-16,8-1 1 15,-18 3 0-15,6 0 0 16,-9 1 1-16,2-2 0 0,-13 2 1 15,4-4 13-15,-9 1 5 16,10-2 4-16,-3-3 2 16,15-1-1-16,1 0-13 15,15-1-4-15,-6 1-6 16,11 1-1-16,-8 2 0 0,7 0 0 16,-13 2 0-16,0-3 3 15,-12-1 0-15,6 0 4 16,-6-1 2-16,12-4 4 15,-1 5-1-15,15-4 1 16,-6 1-4-16,10-2-1 16,-11 0-3-16,11-3 0 15,-16 2 1-15,7-3 1 16,-13 2 1-16,8-1 0 16,-17 0-2-16,11 4-2 15,-11 0-2-15,11-2-2 16,-8 2 1-16,7 2 0 15,-10 0 0-15,3-2 0 16,-12 5 0-16,0-1 0 16,-9-1 0-16,6 0-1 15,-5 1 0-15,4-2 0 16,-6 2-1-16,6 1 0 0,-9-1 1 16,4 1-1-16,-12 3 0 15,0-2 0-15,-10 3 0 16,0 0 0-16,-8 1 2 15,-1 1-1-15,-9-1 0 16,-2 0 0-16,-4 1 1 0,-2-1-2 16,-1 0 0-1,0 0 1-15,0 0-1 16,0 0 1-16,0 0 1 0,0 0 1 16,0 0 2-16,0 0 2 15,0 0 1-15,0 0 1 16,0-1 1-16,0 0-2 15,0 1-2-15,0 0-3 16,0 0-2-16,0 0-2 16,0 0 0-16,0 0 0 15,0 0 2-15,0 0 0 16,0 0 1-16,0 0-1 16,0 0 1-16,0 0-2 15,0 0 2-15,0 0-1 16,0 0 1-16,0 0-1 15,0 0 1-15,0 0 0 16,0 0-1-16,0 0 1 0,0 0 1 16,0 0-2-16,0 0 0 15,0 0-1-15,0 0-1 16,0 0 0-16,0 0 0 16,0 0 0-16,0 0 1 15,0 0 0-15,0 0 1 16,0 0-1-16,0 0 1 15,0 0-3-15,0 0-6 0,0 0-52 16,0 0-50-16,0 0-179 16,0 0-7-16</inkml:trace>
  <inkml:trace contextRef="#ctx0" brushRef="#br0" timeOffset="64719.54">26525 10099 529 0,'-7'-2'187'0,"4"0"21"16,2 4-150-16,0-3-20 15,-1 1-28-15,1 0-7 16,0 0-3-16,0 0 3 16,-1 0 4-16,0 0 24 15,1 0 11-15,0 0 20 16,0 0 1-16,0 0 0 16,0 0-24-16,1 0-17 15,0-1-22-15,8-2-8 16,30-5-3-16,51-7-1 15,-29 4 6-15,13-2 1 16,-1-1 3-16,11-1 1 16,-4-1 2-16,9-5-2 15,-6 4 2-15,9-5-1 0,-6-2 1 16,10 0 0-16,-11 4 1 16,-1-2 0-1,-21 6-1-15,-5 3 0 0,-20 2 1 16,-3 2-2-16,-10 0-1 15,3 4-3-15,-8 1-5 16,2 3-65-16,-5 2-47 16,2 3-145-16,-8 1-28 15</inkml:trace>
  <inkml:trace contextRef="#ctx0" brushRef="#br0" timeOffset="65533.21">26672 10450 645 0,'26'-2'136'15,"6"-9"55"-15,26-6-279 16,20-2-53-16,25-3-16 16,-3 3 7-16,10-2 30 15,-16 2 135-15,-7-4 117 0,-21 3 45 16,-1-1 38-16,-15 4-18 16,-6-1-36-16,-11 8-78 15,-4 0-28-15,-8 5-39 16,-6 2-10-16,-3 0-7 15,-4 2-3-15,-3 2-1 16,-3 0-1-16,-2-1 2 16,0 0-1-16,0 0 1 0,0-1-4 15,0 1-4-15,0 0-11 16,0 0-1-16,-1 0-10 16,0 0-2-16,1-1-4 15,-1 1 8-15,0-1 2 16,0 1 10-16,1 0 7 15,0 0 11-15,0 0 2 16,0 0 2-16,0 0-1 16,0 0 1-16,0 0-1 15,0 0-1-15,0 0 2 16,0 0 0-16,0 0 2 16,0 0 3-16,0 0 2 15,0 0 2-15,0 0 2 16,0 0-2-16,0 0-1 0,0 0-4 15,0 0-3 1,0 0-2-16,0 0 0 0,0 0-1 16,0 0 1-16,0 0-1 15,0 0 2-15,0 0 0 16,0 0-1-16,0 0 1 16,0 0-1-16,-2 0 0 15,1 0 1-15,0 0 2 16,1 0 8-16,0 0 5 15,0 0 5-15,0 0 1 0,0 0-2 16,0 0-9-16,0 0-6 16,0 0-6-16,0 0-2 15,0 0 0-15,0 0 0 16,0 0 0-16,0 0-6 16,0 0-19-16,0 0-140 15,0 0-88-15,0-1-37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6-11T16:30:24.1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23358 14123 502 0,'-19'12'90'0,"1"-4"56"16,-2 2-152-16,-7 1-3 16,4 0 0-16,1-2-17 15,8-3-25-15,7-2-65 16,6-5-21-16,4 2 5 15,-3-2 22-15,0 0 46 16,1 0 82-16,3 0 61 16,14-10 24-16,39-26 43 0,-38 22-12 15,3-8-7-15,-3 4-39 16,5-1-24-16,1 2-48 16,7-2-10-16,0 10-7 15,11-3 0-15,-5 3 1 16,5 0-1-16,-10 5 2 15,-2 0-1-15,-11 1 0 16,-6 2 3-16,-8 2 4 0,-2 0 10 16,-3 0 4-1,-2-1 21-15,1 1 4 0,0 0-1 16,0-1-9-16,-1 1-10 16,1 0-44-16,0 0-179 15,0 0-27-15,0 0-71 16</inkml:trace>
  <inkml:trace contextRef="#ctx0" brushRef="#br0" timeOffset="4342.03">9313 7260 503 0,'-14'8'114'0,"3"-9"34"16,4-3-151-16,7-1-14 15,8-3-7-15,9-8 5 16,9-8 9-16,23-19 4 0,7-8 8 16,25-26 2-16,4-2-2 15,13-8-2-15,-9 12 1 16,8-3 0-16,7-12 6 15,-4 5-2 1,-2 1 2-16,-2 2-2 16,-11 14-2-16,-33 33-1 15,-4 9 0-15,-18 12-3 16,-7 2 0-16,-9 4 1 16,-2 4 1-16,-8 1 2 0,-4 1 10 15,2 3 10-15,-2-1 20 16,-2-1 5-16,1 1 5 15,0 0-9-15,0-1-7 16,0 0-20-16,0 1-6 16,1 0-11-16,0 0-10 15,0 0-7-15,0 1-47 16,0 0-140-16,7 21 29 16</inkml:trace>
  <inkml:trace contextRef="#ctx0" brushRef="#br0" timeOffset="7708.16">13047 12028 542 0,'-17'16'48'16,"-1"5"75"-16,-1 5-159 15,4 9-8-15,1 9 25 16,6-4 19-16,-1 18 1 16,3 96 2-1,4 11 1-15,0-2-1 16,0-5-1-16,-5-17 3 15,0-106 2-15,-3-11 1 16,-5-7 3-16,-9 53 11 16,1 38-2-16,-10 46-1 15,-1-1 1-15,-6 3 3 16,4-50-8-16,-8-39 8 16,0-46 10-16,-13 2-2 15,-2-4-6-15,-23-1-4 16,-1-4-11-16,-16-5-7 15,9-8 0-15,-6-8 13 16,18-7 24-16,-4-5 35 16,18-2 12-16,0-2 31 0,12 3-16 15,1-34-31-15,19-16-40 16,8-31-14-16,12-12-38 16,10-18-10-16,11 33 5 15,13 11 1-15,8 28 1 16,17 15 1-16,7 22 10 15,13 5 1-15,-1 11 2 16,8 1-8-16,-12 2 0 0,7 0 1 16,-8 0 4-16,11 3 2 15,-9 1 9-15,10 1 2 16,-10 0 1-16,6 0-3 16,-11 0-3-16,11 9-6 15,-5 8 0-15,8 31-2 16,-6 17 1-16,15 42 4 15,-9 17 5-15,11 8-2 16,-8-27 2-16,8-14-1 16,-16-40 1-16,5-20 0 15,-17-16 3-15,6 0-1 16,-7-3 1-16,12 0-2 16,-5-2 1-16,5-2-1 15,-11-4 0-15,2-2 0 16,-18 0 3-16,-6-3 0 15,-10-1 1-15,-3 1 3 0,-10-1 2 16,-3 0 5-16,-2 1 3 16,-3-1 7-16,-2 0 6 15,0 0 16-15,0 0 8 16,0 0 22-16,0 0 5 16,0 0-3-16,0 0-15 0,0 0-2 15,0 0-20-15,0 0-8 16,0 0 0-16,-1 0-1 15,1 0-10-15,0 0-4 16,0 0-5-16,-1 0-3 16,1 0-4-16,0 0-1 15,0 0-2-15,-1 0 0 16,1 0 0-16,0 0 0 16,0 0 2-16,0 0 2 15,0 0 3-15,0 0 8 16,0 0 3-16,0 0 4 15,0 0-2-15,0 0-3 16,0 0-8-16,0 0-4 16,0 0-5-16,0 0 0 15,0 0 3-15,0 0 12 16,0 0 14-16,0 0 15 16,-1 0 6-16,-1 0 5 0,2 0-10 15,-1 0-9-15,0 0-15 16,0 0-3-16,0 0-7 15,0-1 1-15,-1 1-3 16,1-1 0-16,0 0-4 16,0 0-7-16,0-1-9 15,0 2-127-15,0 0-338 0,-1 2 66 16</inkml:trace>
  <inkml:trace contextRef="#ctx0" brushRef="#br0" timeOffset="9365.56">6528 15431 1239 0,'-49'-25'218'0,"-18"-9"116"15,-9 8-388-15,-6-4 25 16,-11-4-22 0,3 4 36-16,2 11-16 15,2 4-5-15,-2 8-113 16,16 14 13-16,-15 4 0 16,5 9 19-16,-10 9-5 15,10 0 111-15,-3 3 7 16,12 4 5-16,-6 12 6 15,11 3 0-15,0 16-5 16,11-2-5-16,10 3-3 16,16-11 0-16,8 7-3 15,10-5 1-15,10 22 1 16,4 3 0-16,9 20 1 16,6-6 4-16,9 21 1 0,-2-11-1 15,9 20 1-15,-1-9 0 16,1 18-2-16,-2-17 4 15,0 3-2-15,-9-19 2 16,-5 2 2-16,-8-24 1 16,-9-5 7-16,-8-17 19 15,-11-2 15-15,-4-17 11 16,-16 10 4-16,-8-3-8 16,-10 10-14-16,-2-2-16 15,-18 14-16-15,6-12-1 0,-17 8-9 16,-2-7-47-16,-13-5 16 15,11-19 36-15,-11-10 54 16,19-19 29-16,-3-7 79 16,13-12-13-16,1-9-25 15,18-1-38-15,-2-10-22 16,12-3-37-16,0-21-34 16,8-1-14-16,6-19-25 15,12 7-5-15,13-9-5 16,15 5 28-16,19-8-1 15,11 6 6-15,13-13-1 16,2 10 8-16,13 11-2 16,-3 20 3-16,13 15-5 15,-2 18 3-15,13 13-13 0,-4 11-3 16,16 15-2-16,-6 7 7 16,16 23 4-16,-9 4 11 15,11 18 2-15,-5 0 7 16,15 9-5-16,-17-11-2 15,11 10 0-15,-6-10 7 16,10 11-7-16,-14-5 3 16,16 0 1-16,-10-15 3 15,24 14-2-15,-27-22 2 0,17 8 3 16,-12-4-1-16,14 7-1 16,-28-21-2-16,10 1 0 15,-20-19-2-15,5-3 1 16,-23-13 2-16,15-3 3 15,-1-4 7-15,30-3-124 16,12-13-130-16,36-33 6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6-11T16:30:43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19727 6178 854 0,'-4'0'192'15,"1"-2"61"-15,1 2-278 16,0 0-30-16,1 1 0 15,-3 35 6-15,-10 62 9 16,6-26 35-16,-2 21 0 16,5-6 3-16,-2 24 2 15,6-4 2-15,1 23 2 16,-4-7 1-16,3 24-4 16,4-13 0-16,-5 10 0 15,-4 20 12-15,6-3 2 16,-5-12 0-16,-2-4 2 15,4-2-4-15,2-41-7 16,-4-1-3-16,1-20-4 16,-2-6 1-16,-3-27 0 15,-1-11 2-15,2-15 8 16,1-9 14-16,1-12-23 16,2-22-161-16,6-18-75 15,8-47-58-15</inkml:trace>
  <inkml:trace contextRef="#ctx0" brushRef="#br0" timeOffset="271.67">19722 6146 758 0,'-28'31'91'16,"10"-24"67"-16,13 9-295 15,17 1-8-15,23-2-73 0,14-5 0 16</inkml:trace>
  <inkml:trace contextRef="#ctx0" brushRef="#br0" timeOffset="892.44">20928 5725 78 0,'181'-96'72'0,"42"-15"-13"16,-11 8-19-16,49-13-13 16,-25 18-22-16,38-5-11 15,-30 19-10-15,25 3-15 16,-49 22-7-16,14 10-8 15,-44 18 8-15,-3 8 3 16,-45 6 20-16,-8 11 9 16,-41 6 17-16,-15 5 19 15,-24 11 9-15,-10 10 13 16,-15 6 8-16,-4 22 23 16,-13 17-4-16,-6 30 4 15,-7 13-14-15,-14 45-7 16,-6 6-25-16,-12 41-12 15,-7-6-14-15,-7 41 25 16,2-23 22-16,-3 32 5 0,9-41-1 16,2 10 0-16,11-43-27 15,8-1-24-15,6-47-9 16,10-2 1-16,4-28 5 16,5-10-2-16,0-27 0 15,4-10 3-15,-7-21 8 16,1-10 38-16,-5-13 7 15,2-5 5-15,-3-4-2 16,1 2-9-16,0-1-42 0,-1 0-10 16,0 0-10-16,-2-1-58 15,-37-9-22-15,-93-20 26 16,35 13 49-16,-38 3 7 16,-22 13 46-16,-31 14 23 15,8 10-27-15,-43 11-39 16,-5 10 0-16,-23 12 7 15,2 6-1-15,-44 19 2 16,23 4-3-16,-29 11-3 16,49-10 3-16,5-1-1 15,45-15 1-15,-12 13-6 16,47-14 1-16,1 1-3 16,45-15 2-16,26-11-58 15,47-28-140-15,24-23-66 16,23-21-82-16</inkml:trace>
  <inkml:trace contextRef="#ctx0" brushRef="#br0" timeOffset="1385.68">19420 6357 485 0,'-5'-13'163'0,"12"-13"9"15,11-4-124-15,21-20-44 16,15-7-13-16,36-23 8 16,15 2 7-16,24-11-2 15,-1 9 9-15,28 0 0 0,-21 13-4 16,18-8 9-16,-7 6 3 15,18-6-5-15,-23 8-1 16,15 3 1-16,-28 19-11 16,-9 11-1-16,-35 14-3 15,-13 8 0-15,-35 6 0 16,-11 3-3-16,-18 5-5 0,-5 2-53 16,-3 7-105-16,-6 15-36 15,-16 4-75-15</inkml:trace>
  <inkml:trace contextRef="#ctx0" brushRef="#br0" timeOffset="3336.1">15301 8181 714 0,'-96'32'132'16,"32"-25"76"-16,4 2-222 16,16 7 1-16,13 6-32 15,22-1-12-15,19-1-24 16,18-4 2-16,27-8 4 16,12-12 31-16,37-15 24 0,13-15 27 15,33-15 9 1,44-17 23-16,7-1-28 15,15-2 11 1,-2 4 3-16,-8 11-12 0,-32 17 6 16,16 4-1-16,-30 12-15 15,25 3-7-15,-18 5 9 16,2-2-1-16,-20 1 2 16,-3 2-4-16,-41 1-6 15,-2 0 4-15,-32 0 0 16,-1 0 4-16,-14-4 6 0,10-6 6 15,-5 1 0-15,8-11-5 16,-7-1-13-16,8-14-48 16,-12-1-68-16,3-15-59 15,-10 8-44-15</inkml:trace>
  <inkml:trace contextRef="#ctx0" brushRef="#br0" timeOffset="3574.65">18599 7102 716 0,'-7'14'109'0,"8"-9"88"16,2 10-216-16,6 12 7 16,7 3 17-16,18 11 21 15,4 1 6-15,17 10 12 0,3-4-3 16,2 10 0-16,-13-2-16 15,-7 5-6-15,-20-7-10 16,-25 11-1-16,-24-4-14 16,-35 19-241-16,-22 0 74 15</inkml:trace>
  <inkml:trace contextRef="#ctx0" brushRef="#br0" timeOffset="4287.62">11421 9082 1291 0,'34'-19'239'0,"-20"6"111"15,-11 5-387-15,20 11-13 16,4 9 0-16,12-1-3 16,6 2-13-16,3-7-14 15,-12-8 7-15,-5-11 16 16,-13-6 33-16,-14-19 73 15,-8-3 52-15,-13-29-6 16,-5-19-16-16,-10-40-22 16,-1 0-33-16,-8-12-31 0,6 29 56 15,-3 14 8-15,5 42-2 16,-4 7-25-16,9 19-26 16,0 7-82-16,7 9-12 15,-4 18-7-15,3 22 22 16,-6 35 19-16,-3 21 32 15,-1 36 10-15,6 8 13 0,7 36-4 16,13-10-4 0,15 21-8-16,9-10 0 15,14 21-3-15,6-25 5 0,6 26 12 16,-7-28 11-16,3 2 0 16,-10-30 0-16,6-1-4 15,-4-38-7-15,8 1-57 16,0-22-81-16,7 2-158 15,-10-19-26-15</inkml:trace>
  <inkml:trace contextRef="#ctx0" brushRef="#br0" timeOffset="4732.93">11056 10012 996 0,'-8'-7'230'16,"6"0"71"-16,11-6-289 16,15-12-39-16,14-4-3 15,30-13 4-15,8 0 14 16,11-6 1-16,-12 10 9 16,-2 0 2-16,-23 8-2 0,-5 0-6 15,-6 2 3-15,6-8-14 16,-3-3-23-16,-2-11-10 15,-9 6 11-15,-10 0 34 16,-15 4 18-16,-10-6 53 16,-4 8 22-16,-2-4 31 15,4 7-29-15,-1 4-4 16,6 17-32-16,0 4-20 16,3 8-44-16,1 2-17 15,4 4-5-15,-7-4 3 16,2 1 7-16,18 16 10 15,38 53 12-15,-36-19 8 16,-8 1 2-16,1 6 2 16,-7-10-3-16,-3-2 1 15,1-14-3-15,-1-4-80 16,-1-6-84-16,3-2-178 16,4-9-47-16</inkml:trace>
  <inkml:trace contextRef="#ctx0" brushRef="#br0" timeOffset="4913.3">12124 8530 1299 0,'-2'19'235'0,"-1"-15"98"16,5 0-414-16,7 5-13 15,2 2-24-15,5 12-92 16,0 10-43-16,-2 16-53 15,-7 1-96-15</inkml:trace>
  <inkml:trace contextRef="#ctx0" brushRef="#br0" timeOffset="5671.68">12386 9289 221 0,'27'30'38'15,"-17"-17"27"-15,4 1-65 16,-2-4 9-16,-2-6 56 0,2-5 57 16,-2-7 86-16,-2-6 23 15,5-16 16-15,1-11-53 16,-1-17-39-16,-1-4-79 16,-6-27-25-16,-4-1-17 15,-4-14 1-15,-8 7-18 16,-3-33-35-16,1 10-3 15,-4 10 36-15,-1 21-1 16,1 1-1-16,3 41 28 16,-3 17 21-16,4 11-41 15,3 5-9-15,3 7-7 0,0 4-19 16,5 6-27-16,0-1-18 16,1-2 6-16,-1 1 1 15,2 37 16-15,4 76 13 16,0-16 19-16,2 39 6 15,7 3 2-15,7 9-11 16,5-31-12-16,14-2 3 16,6-33-6-16,16-8-6 15,4-22 16-15,16-13 7 16,2-26-5-16,17-25 0 16,-5-21 13-16,4-16-6 15,-18-3-1-15,-7-10 5 0,-24 3 5 16,-3-24 6-16,-10-1 3 15,-6-5 16-15,-6 9 5 16,-11 4-1 0,-16 29 2-16,-11 8 6 0,-3 9-13 15,-3 3-9-15,3 9-6 16,-4 4-18-16,3 7-10 16,-3 8-18-16,4 9-4 15,-2 16-6-15,7 7 1 16,10 14-2-16,10 5 16 0,27 14 13 15,18-8 8-15,44 0 8 16,24-21-106-16,67-35-200 16,-4-43 22-16</inkml:trace>
  <inkml:trace contextRef="#ctx0" brushRef="#br0" timeOffset="9032.86">24141 6435 309 0,'-16'15'252'0,"4"-4"-69"15,7-10-4-15,-3 5-200 16,1-1-17-16,1 0-38 15,4 0-13-15,10-3 7 16,9-6 20-16,16-6 18 16,10-5 45-16,20-11 29 15,8-6 2-15,27-11 11 16,7-1-4-16,23-6 2 16,50-3 7-1,-6 2-41-15,15 1-2 0,3 1-4 16,6 2 1-16,-55 10 0 15,37-4 4-15,-29 10-3 16,-1-3-1-16,-25 8 2 16,4 0 0-16,-38 8 2 15,-4-1 15-15,-23 8 0 16,-8 2 1-16,-18 2-2 16,-10 1-2-16,-15 4-11 15,-5-2-1-15,-5 3-14 16,-2 0-77-16,0 1-96 0,-2-1-6 15</inkml:trace>
  <inkml:trace contextRef="#ctx0" brushRef="#br0" timeOffset="9293.98">26197 5415 364 0,'64'32'93'0,"-26"-19"36"16,7 5-101-16,17 12 7 15,4 6-5-15,13 11 0 16,-10 1-6-16,-1 7-6 16,-15-7-11-16,-12 5-2 15,-18-8-3-15,-10 14 2 0,-15-1-3 16,-14 12-27-16,-11-5-65 15,-21 11-64-15,-7-14-30 16</inkml:trace>
  <inkml:trace contextRef="#ctx0" brushRef="#br0" timeOffset="9683.74">27201 5438 1477 0,'3'13'272'0,"-4"-6"153"15,1-8-478-15,5 1-7 16,-5 0-9-16,1 0 0 15,32 12 5-15,54 22 15 16,-30-17 46-16,7 0 1 16,-13-6 1-16,-3-1 1 0,-13-3-2 15,-9 0 2-15,-6 2-1 16,-2 3 1-16,-4 1-2 16,-1 7 0-16,-3 0-3 15,-4-2-56-15,-4-4-9 16,-3-3 1-16,-4-7 1 15,-6-4 13-15,-13-12-38 16,-38-21-197-16,-10-12 46 16</inkml:trace>
  <inkml:trace contextRef="#ctx0" brushRef="#br0" timeOffset="9881.34">27258 5423 997 0,'-9'-21'162'0,"30"8"110"0,4-9-311 16,5 2 17-16,14-5 5 15,3 5 15-15,12 3 2 16,-5 9 4-16,5 1-1 15,-12 7-1-15,-5 1-5 16,-17 5-6-16,-7-2-31 16,-13 0-12-16,-1 4-34 15,-4-1-10-15,1 1-29 16,-1-1 12-16,0-2 7 16,5-6 27-16,-5 0-51 15,9-5-7-15,30-13 4 0</inkml:trace>
  <inkml:trace contextRef="#ctx0" brushRef="#br0" timeOffset="10401.66">28133 5051 457 0,'12'-3'142'0,"-11"3"47"15,-3 3-126-15,2-2-8 16,0-1-2-16,0 0-26 16,0 0-14-16,0 0-11 15,0 0-12-15,0 0-5 16,0 1 4-16,2 4 3 0,3 13 8 15,12 3 13-15,41 30 7 16,-42-43 3-16,3-4 21 16,-6-5 7-16,2-10 13 15,-1-4-6-15,1-11-3 16,-2-1-17-16,-4-5 33 16,-6 7-6-16,-6-3 23 15,-6 9-2-15,-10 0-4 16,-6 4-49-16,-14 7-16 15,-3 7-28-15,-9 10-6 16,3 10-5-16,-5 13 5 16,6 6 7-16,-4 13 3 15,7-5 2-15,7 0 3 16,14-11-4-16,10-7-3 16,12-8-4-16,11 0-5 15,6-6 1-15,11 3 1 0,6-3 1 16,13 1 6-16,3-4 5 15,8 2 4-15,-5-4 0 16,4 1 2-16,-7 0-2 16,-6 0-3-16,-8 2-8 15,-6 6-34-15,-14 4-14 16,-13 13-14-16,-12 6-1 0,-19 12 6 16,-9-1 34-16,-8 7-1 15,1-9-34-15,-1-1-168 16,11-13 26-16</inkml:trace>
  <inkml:trace contextRef="#ctx0" brushRef="#br0" timeOffset="11388.63">27710 5337 881 0,'-5'-3'207'16,"2"2"80"-16,2-1-257 0,0 1-19 15,0 0-9-15,-1-1-13 16,-1 1-20-16,-15-3-17 16,-2-1-4-16,-28-8 5 15,37 11-6-15,4 1 8 16,5 1-21-16,2 0-15 16,-1 0-63-16,0 0-42 15,0 0-25-15,-2 0-34 0</inkml:trace>
  <inkml:trace contextRef="#ctx0" brushRef="#br0" timeOffset="11742.76">27384 5355 315 0,'-13'1'257'0,"6"-1"-52"15,6 0-46-15,2 0-104 16,-1 0-50-16,0 0-6 16,2 0-10-16,30 7 1 15,44 14 10-15,-18 0 6 16,-1 5-1-16,6 12-2 15,-9 6-2-15,0 13 2 16,-11-4-4-16,-5 4 5 16,-14-4 5-16,-8 3-3 15,-13-14 1-15,-13 2 7 0,-10-6-2 16,-11-3 5-16,-4-13 7 16,-14-5 6-16,2-13-9 15,2-9 104-15,5-13-13 16,2-16-19-16,17-7-11 15,21-14-16-15,17-7-112 16,32-21 4-16,21 8 12 16,30-6 0-16,4 11 18 0,9 1 2 15,-13 27-14 1,5 6-114-16,-23 16-87 0,-7 8-63 16,-26 6-122-16</inkml:trace>
  <inkml:trace contextRef="#ctx0" brushRef="#br0" timeOffset="13223.52">28422 5209 828 0,'0'0'185'0,"0"0"72"16,0 0-250-16,0 0-19 15,0 0-8-15,-1 1-2 16,-1 2-1-16,-8 26 7 15,-11 38 16-15,15-28 7 16,10-4 2-16,6-2 5 0,6-6-1 16,10-7 2-16,5-7-3 15,20-8 4-15,-1-12-5 16,15-12-5-16,-5-7-21 16,2-17-70-16,-17-1 2 15,-9 3 65-15,-17 7 23 16,-12-1-8-16,-15 8 77 15,-10 1-15-15,-4 1-66 0,-14 4-22 16,2 11 26 0,-10 15-7-16,-2 10 8 0,-11 10 4 15,8 5 3-15,-14 15 5 16,6 3-1-16,-1 18 6 16,18 2 0-16,6 12 2 15,22-11-5-15,16-4-5 16,18-22-7-16,16-8-3 15,11-20-2-15,23-14 6 16,4-13 5-16,21-25 3 16,2-18 0-16,17-24-17 15,-17-6-21-15,3-15-45 16,-21 4-56-16,-9-12 17 16,-29 17 24-16,-8-1 24 15,-19 21 85-15,-7 20 106 16,-11 26-12-16,-6 10-16 15,-8 15-13-15,-21 16-43 0,-1 7-54 16,-11 16-1-16,-1 11 7 16,-1 20 6-16,20-3 3 15,2 6-4-15,14-6-1 16,14 5-12-16,14-12 1 16,12 7-6-16,6-4 7 0,22 10 4 15,5-13 9-15,13 0-1 16,-3-15 4-16,8 2 0 15,-20-13-3-15,-8 3 1 16,-20-10-1-16,-9-3-4 16,-15-9 0-16,-15-2 4 15,-9-5 2-15,-15-4 7 16,-8-1 2-16,-15-8-34 16,5-9-16-16,4-7 63 15,18-2-10-15,23-19-39 16,30-3 31-16,24-24 12 15,16-7-65-15,24-27 9 16,-8 7 44-16,-2 1 35 16,-16 17 1-16,3-10 1 15,-22 24-2-15,-4 11 9 16,-9 10-28-16,-4 10 31 0,-18 24 7 16,-2 4 5-16,-4 5-16 15,-1 1-19-15,0-1-39 16,-1 1-12-16,-1 13-9 15,-7 26 2-15,-15 61 16 16,9-26 6-16,7-1 5 16,7 2 2-16,6-14-1 15,10 0 0-15,8-18-3 16,5-9-5-16,-1-17-1 16,8-14 1-16,-7-16 0 0,7-13 5 15,-4-10 6-15,9-25-13 16,-1-7-24-16,0-12 8 15,-8 7 8-15,-2 4 2 16,-15 23 13-16,-5 13 34 16,-4 18-11-16,-1 4-19 15,0 7-14-15,2 12-7 16,4 9-11-16,4 17-5 16,6 8 10-16,8 17 11 15,2 0 10-15,6 1 3 16,-2-13 6-16,3-8 4 15,-5-17 2-15,7-17 12 16,0-21 0-16,22-32 2 16,6-11-13-16,25-39-18 15,-8-12-18-15,1-17-1 0,-23 8 1 16,0-40 5-16,-25 22 15 16,-4-16 11-16,-9 12 2 15,-4-1 36-15,-17 39 17 16,-12 15 6-16,-4 33-2 15,-3 16-2-15,-2 20-40 16,1 10-22-16,1 8-12 16,-3 14-12-16,-2 4-10 0,-5 18-1 15,1 11 6-15,-4 28 7 16,3 3 5-16,4 21 3 16,5 1 2-16,3 30 1 15,10-17 0-15,9 26 12 16,5-9 6-16,14 9 5 15,11-34 1-15,12 1 2 16,6-32-6-16,25-17 0 16,2-28 0-16,29-17-17 15,1-20-49-15,23-18-252 16,-13-23 48-16</inkml:trace>
  <inkml:trace contextRef="#ctx0" brushRef="#br0" timeOffset="13804.87">31382 5191 749 0,'4'13'139'0,"-3"-4"62"16,0-5-226-16,6 1 5 15,6 4 5-15,13-3 18 16,6-1 22-16,16-11 10 15,2-9 0-15,16-23 18 16,-8-11 1-16,12-29 5 16,-8-3-9-16,-2-28 2 15,-16 2-20-15,-4-19 14 16,-17 18 3-16,-9-14 2 16,-8 16 5-16,-4 5 34 15,-4 20-29-15,-4-2-4 0,1 20-5 16,-1 11-4-16,-1 14-37 15,1 14-5-15,2 13-13 16,0 5-19-16,3 8-24 16,-1 9-17-16,-5 9 6 15,-9 39-8-15,-4 23 19 16,-5 42 29-16,-2 22 16 16,13 27 2-16,19-20 16 15,17 1 3-15,15-32-12 16,28-13 0-16,6-33-41 0,19-10-96 15,8-25-74-15,15-28-120 16,-21-34-75-16</inkml:trace>
  <inkml:trace contextRef="#ctx0" brushRef="#br0" timeOffset="14026.75">31634 4391 1077 0,'62'-11'191'16,"24"-3"121"-16,26-1-342 15,10 0 26-15,10 5-2 16,-25 5 2-16,-6-4 4 16,-39 3 8-16,-16 3 15 0,-27-3 5 15,-10-2-80-15,-14-2-89 16,-38-22-175-16,-9-12-60 15</inkml:trace>
  <inkml:trace contextRef="#ctx0" brushRef="#br0" timeOffset="17603.56">21628 8750 1003 0,'-9'-11'147'16,"1"0"134"-16,3 9-306 15,3 1-5-15,2 3 19 16,0-2-26-16,0 0-3 16,0 1-2-16,5 29 7 15,16 64 11-15,-8-27 13 16,1 25 5-16,-4 4 4 0,2 26 2 16,-4-10 0-16,-3 29 6 15,1-1-2-15,-1 14-5 16,-2-18 5-16,3 29 4 15,3-23-9-15,7-4-1 16,3-18 5-16,4 7-3 16,-1-32-4-16,4-2-38 15,0-18-205 1,-4-17 8-16,-6-47-38 16</inkml:trace>
  <inkml:trace contextRef="#ctx0" brushRef="#br0" timeOffset="17883.75">22058 8663 935 0,'7'-15'155'16,"-7"12"88"-16,0 24-282 15,-1 25-1-15,1 21 2 16,-3 33 3-16,1 21 18 15,4 42 5-15,-1-4 4 16,4 32 15-16,2-12 3 16,0 11 6-16,-1-22 5 15,5 6-9-15,-5-37-4 0,2 7 1 16,4-23-4-16,-1-8-26 16,2-27-41-16,4-7-185 15,-3-33 30-15</inkml:trace>
  <inkml:trace contextRef="#ctx0" brushRef="#br0" timeOffset="18119.5">21680 8756 742 0,'-20'43'345'0,"-2"7"-31"16,-8 24-112-16,-6 23-226 16,-13 48 12-16,2-3 1 15,-16 29-60-15,6-9-40 16,0-3-100-16,15-47-72 16,7-24-23-16,19-49-50 0</inkml:trace>
  <inkml:trace contextRef="#ctx0" brushRef="#br0" timeOffset="18304.66">21315 9366 266 0,'35'-144'65'0,"10"-18"43"16,3 26-77-16,17 10 19 15,1 31 10-15,21 12 33 16,-1 31-15-16,16 14-3 16,-6 22-20-16,21 19-14 15,-14 18-28-15,9 21 3 16,-16 13-3-16,0 27-15 15,-24 9-27-15,-9 28-147 16,-20 5-26-16,-15 40-65 16</inkml:trace>
  <inkml:trace contextRef="#ctx0" brushRef="#br0" timeOffset="18873.22">20273 12231 1372 0,'-11'3'286'0,"3"0"118"15,2-2-424-15,2 10-17 16,2 7-9-16,2 71 2 15,4 56 12-15,5 25 14 16,6-10 11-16,4-5-2 16,6-71-4-16,2-53-5 0,-1-27-6 15,5 3-17 1,-4-2-1-16,5 0 3 0,-6-4 7 16,-2-2 10-16,-8-3 23 15,-1-1 20-15,-8-2 5 16,0-1 8-16,-2 1 1 15,-5 0 5-15,-1 1-9 16,-2 0-2-16,0 3-8 16,2 2-6-16,0 0-16 15,1-1-39-15,0 1-45 0,0 0-42 16,1 1-16-16,14 1-111 16,16 4-79-16,44 8 23 15</inkml:trace>
  <inkml:trace contextRef="#ctx0" brushRef="#br0" timeOffset="19499.7">20619 12205 467 0,'-7'-4'424'16,"0"3"-106"-16,7 0-26 16,-1-1-253-16,1 2-56 15,0 0-37-15,0 0-5 0,1 2 6 16,7 7 6-16,14 15 23 15,38 77 13-15,-40-13 7 16,-4 60 6-16,-12 1 6 16,-9 2 5-16,-11-39 3 15,-20-30-2-15,-8-60 0 16,-29-7-38-16,-3-6-41 16,-8 5-203-16,15 6 18 15</inkml:trace>
  <inkml:trace contextRef="#ctx0" brushRef="#br0" timeOffset="20964.32">21072 13063 560 0,'-26'-4'259'0,"-2"-11"21"15,6-6-164-15,2-21-1 16,7-13-65-16,1-25-21 16,7-4-30-16,7-13-1 15,1 10-4-15,7 6 2 16,1 25 0-16,8 6-5 16,3 19-5-16,12 10-3 0,0 8-1 15,8 10 1-15,-6 8 3 16,-1 25 2-16,-9 15 1 15,-6 42 4-15,-8 17 2 16,-5 25 0-16,-7-16 1 16,-6-6 4-16,-5-41-1 15,-6-20 0-15,-1-29 3 16,-2-6 3-16,3-8-2 16,1-2 3-16,6-1-3 0,-1 0-13 15,3-2-3 1,2 0-6-16,5-3-5 0,4-14 0 15,6-20 13-15,8-53 2 16,7-17 6-16,11-37 2 16,3 14 1-16,10 14 2 15,-4 55-1-15,3 16-1 16,-9 37 0-16,-3 7 0 16,-10 3 0-16,2 6 1 15,-9 5 0-15,-1 23-2 16,-4 22 0-16,0 27 2 15,-5 34-1-15,-1 19 0 16,3-20 3-16,4-18 2 16,-1-26-2-16,4-39 0 15,4-21 0-15,1-6-4 16,0-6-6-16,10-2-5 16,0-7-21-16,12-22-30 0,-2-26 2 15,4-43 5-15,-7-16 8 16,-3-22 55-16,-14 17 60 15,-5 23 51-15,-9 41 24 16,-5 19 24-16,-4 23-27 16,2 7-19-16,-2 2-46 15,1 4-30-15,-1 0-33 0,1 2-25 16,0 0-16-16,-1 0 0 16,0 2 4-16,-2 25 7 15,-2 56 16-15,5-14 6 16,1 5-3-16,7 18 1 15,5-13-1-15,5-5 0 16,1-20-16-16,2-13-47 16,-4-30-36-16,-1-48-167 15,-6-28-68-15,-4-40-51 16</inkml:trace>
  <inkml:trace contextRef="#ctx0" brushRef="#br0" timeOffset="21100.95">22052 12029 80 0,'1'-56'134'0,"3"9"-33"16,-1 23-14-16,5 10-28 16,0 12-37-16,5 10-12 15,1 6-10-15,1 17-72 0,-1 8-25 16,2 14-18-16</inkml:trace>
  <inkml:trace contextRef="#ctx0" brushRef="#br0" timeOffset="21499.59">22457 12825 285 0,'4'3'276'0,"2"-33"-82"16,8-22-45-16,2-42-81 16,4-9-69-16,4-2-9 15,0 17-13-15,6-18-32 16,-6 23-12-16,-1-17 6 15,-7-4 33-15,-2-12 58 16,-9 22 73-16,-3 7 25 16,-5 25 10-16,-2 12 18 15,-1 20-36-15,-1 9-38 16,2 13-26-16,-1 9-34 16,-1 7-47-16,-8 19-11 15,-3 14-1-15,-5 25 12 16,-3 7 20-16,-1 29 4 15,7 1 3-15,4 12-2 0,7-14 0 16,5 36-4-16,9 1 0 16,13 28 0-16,9-15 6 15,15-1 3-15,6-47-6 16,12-38-81-16,-2-47-98 16,3-21-109-16,-13-16-81 15</inkml:trace>
  <inkml:trace contextRef="#ctx0" brushRef="#br0" timeOffset="21665.88">22433 12264 1077 0,'12'-17'207'0,"23"-14"99"15,7-6-330-15,30-12 0 16,11 2-16-16,21 0-279 15,-10 15 96-15</inkml:trace>
  <inkml:trace contextRef="#ctx0" brushRef="#br0" timeOffset="22080.66">23479 12488 301 0,'16'66'105'0,"-3"-34"18"15,9-22-40-15,-1-17-25 16,11-39 16-16,3-11-1 16,12-13-7-16,-1-7-29 15,4-14-13-15,-10 17-5 0,-5-17 43 16,-17 0 22 0,-5-16 31-16,-6 10-2 0,-4-11-12 15,-2 20-41-15,-2 7 8 16,0 24-23-16,-1 15 0 15,-1 26-1-15,2 8-20 16,-1 6-47-16,0 12-11 16,-2 3-5-16,-5 14-6 15,-3 9 12-15,-2 23 10 16,1 8 4-16,-7 26 15 16,4 9 10-16,1 25 7 15,5-12 3-15,8-2 1 16,14-20-12-16,10 21-2 15,4-21-3-15,10 9-5 16,-4-11-19-16,11-17-74 16,1-61-106-16,11-39-109 15,-6-51-66-15</inkml:trace>
  <inkml:trace contextRef="#ctx0" brushRef="#br0" timeOffset="23198.79">23689 12052 926 0,'-7'1'230'0,"6"-1"59"15,3 1-279-15,-2-1-14 16,2 0-13-16,26 3 4 16,51 6 8-1,-19-7 9-15,3-2-3 0,12-3-9 16,-9-3-2-16,8-3 1 15,-13-2 0-15,-1-4 8 16,-17-1 7-16,8-9 10 16,-9-4-1-16,7-7-9 15,-5 2-17-15,1-10-33 16,-16 6 2-16,-7 1 35 16,-15 6 30-16,-6-1 36 15,-7 11 45-15,-3 1-6 16,-2 5-35-16,0 3-26 15,-1 6-27-15,-3 6-28 16,0 8-9-16,-5 10-6 0,0 10 5 16,-3 18 5-1,3 3 16-15,1 13 11 0,7 0 7 16,5 8-1-16,10-7-4 16,9 0-1-16,10-13-7 15,12-7 0-15,4-15 0 0,8-7 2 16,-4-10-5-1,5-7 1-15,-8-8 1 16,5-11 3-16,-5-4 0 0,9-32-11 16,1-11-15-16,-1-12-8 15,-9 1-4-15,-2-19 4 16,-14 22 16-16,-6-3 29 16,-7 10 19-16,-5-1 2 15,-5 23 0-15,-4 10 14 16,-1 17-18-16,-4 6-22 15,-4 12-2-15,-11 14-1 16,-1 7-19-16,-9 13 6 16,4 6 10-16,3 15 3 15,12-5-2-15,8 5 4 16,10-12-7-16,11 7 6 16,9-10-1-16,12 4 0 15,0-6-3-15,13 6 0 16,-6-8-5-16,2-1-5 0,-12-8-7 15,-3-1 1-15,-11-6 2 16,-9-1-5-16,-8-8 0 16,-6-1 6-16,-5-5 3 15,-5-1 5-15,2-2 7 16,2-1 10-16,4-3 6 16,2-1 6-16,5-2-1 15,0 0-5-15,0 0-9 0,1-2-6 16,28-15-11-16,45-48 1 15,-34 27 6-15,15-35 6 16,-12 5 3-16,7-15 26 16,-6-5 0-16,11-23 0 15,-11 22-5-15,3-18 4 16,-2-5-28-16,-2-8 8 16,-14 30 12-16,-10 4 20 15,-10 17-5-15,-7 19 25 16,-6 24-2-16,-4 4-15 15,-1 8-22-15,0 5-7 16,-4 5-26-16,-1 0-19 16,-1 6-1-16,-6 13 0 15,-2 9-1-15,-4 24 6 16,0 12 9-16,2 31 1 16,6 6-5-16,5 24 1 0,11-7 1 15,8 15 0-15,4-22 2 16,10 9 1-16,3-22 3 15,4 0-33-15,-6-25-42 16,4-6-108-16,-11-23-66 0,-6-11-107 16,-9-18-64-16</inkml:trace>
  <inkml:trace contextRef="#ctx0" brushRef="#br0" timeOffset="23554.5">25378 12071 733 0,'-13'-13'397'15,"13"1"-50"-15,18-13-117 16,14-6-225-16,26-10-19 16,11-1-8-16,18-11-5 15,-4 12 5-15,6-6 5 16,-14 2 9-16,0-7 2 16,-10 12 6-16,0-3 6 15,-14 11-3-15,-3 4 5 16,-15 11-2-16,-9 4 2 15,-12 8-5-15,-7 2-5 16,-5 7-4-16,-1 10 4 16,-2 4 0-16,-5 16 6 0,-4 8 5 15,-5 14 3-15,-2-1-3 16,1 6 1-16,3-9 0 16,3 5 5-16,5-12-4 15,4 0 1-15,1-7-3 16,2-3-5-16,1-17-12 15,-1-5-49-15,1-13-50 16,0-19-238-16,-2-19 16 16</inkml:trace>
  <inkml:trace contextRef="#ctx0" brushRef="#br0" timeOffset="23759.88">26100 11159 588 0,'3'-17'475'15,"-3"11"-114"-15,-3 3-45 16,-1 4-298-16,3-1-31 16,0 2-15-16,-1-1-5 15,-11 18 0-15,-38 38-50 16,42-41-25-16,7 1-62 16,10-2-27-16,10 4-74 15,10-1 15-15,9-2-19 16</inkml:trace>
  <inkml:trace contextRef="#ctx0" brushRef="#br0" timeOffset="24230.89">26306 11162 1077 0,'-9'-11'364'16,"3"0"40"-16,5 5-308 15,-2 2-46-15,1 1-58 16,2 3-24-16,-1 0-9 0,0 0 2 15,0 2 8-15,0-1 6 16,-6 10 15-16,-2 8 8 16,-14 30-2-16,17-34 0 15,2 0-4-15,3 3-9 16,2-1-13-16,7 6-13 16,6 0-6-16,8-2-10 15,2-4 8-15,1-7 14 16,-3-7 17-16,-4-4 30 15,-8-7 26-15,-2-6 27 16,-3-4 5-16,-2-6-2 16,-1-2-21-16,-5-5-12 15,-2 1-22-15,-8-5 9 16,0 5 5-16,-8-3-3 16,0 4-2-16,-5 1-4 0,3 8-18 15,-6 2-12-15,6 12-3 16,-1 6-11-16,3 6-5 15,-2 9-3-15,4 7 5 16,-2 11 4-16,5 2 9 16,4 9-53-16,9-2-36 15,13 9-102-15,10-11-119 16,14 1-10-16,8-13-80 0</inkml:trace>
  <inkml:trace contextRef="#ctx0" brushRef="#br0" timeOffset="25018.49">26643 11468 767 0,'8'12'170'16,"-10"6"70"-16,-2 3-211 16,-3 7-20-16,-1 11-1 15,-1 4 6-15,-3 7-6 16,5-8-10-16,2 2 0 15,1-9 0-15,4-7 0 16,3-11 3-16,-1-5 6 0,0-7 5 16,0-5 15-1,0-2 5-15,-2 0 5 0,0 1-8 16,1-1-30-16,10-15-13 16,32-48 12-16,-27 32-1 15,3-8 7-15,-8 8 23 16,5-7-1-16,0 3-20 15,5 2-3-15,-2 12-3 16,2 5 3-16,-2 12 1 16,0 5 2-16,-1 8 1 15,3 9 1-15,-2 6-4 0,3 9 0 16,-4 1-2-16,2 5-1 16,-3-3-1-16,3 1 1 15,0-7-1-15,5 2 2 16,3-8 0-16,4-6-1 15,-3-7 0-15,3-4 3 16,-7-11 0-16,1-6 6 16,-6-4 4-16,8-10 10 15,0-8-1-15,1-6 14 16,-4 1 8-16,1-9 7 16,-7 5-7-16,-4 1-1 15,-6 6-14-15,-3 4-9 16,-4 11-4-16,-3 10 0 15,-1 6-8-15,-3 3-11 16,-1 3-12-16,5-1-10 0,-1 1-6 16,-10 3 1-16,-8 18 9 15,-33 43 6-15,45-37 2 16,9 1-1-16,6-7-1 16,10 0-6-16,6-9-6 15,8-2 0-15,1-7 6 16,4-1 3-16,-7-3 9 0,-4-1 7 15,-10 1 0-15,-4 0-3 16,-6 2-6-16,-1 5-10 16,-3 4-5-16,-3 13-1 15,-2 9 7-15,-1 16 4 16,-1 1 11-16,7 24 2 16,5 6 2-16,10 13-2 15,8-9 1-15,15 84-291 16,0 29 100-16</inkml:trace>
  <inkml:trace contextRef="#ctx0" brushRef="#br0" timeOffset="25119.74">27578 13492 72 0,'-69'-67'-10'0,"-21"-12"27"0</inkml:trace>
  <inkml:trace contextRef="#ctx0" brushRef="#br0" timeOffset="25333.4">27102 13128 732 0,'-27'-13'421'0,"13"4"-43"0,11 2-174 16,9-12-94-16,4-16-88 16,19-69-10-16,10-39-26 15,28-16-6-15,5 9 4 16,29 7 0-16,-3 62 0 16,21 21 11-16,-13 7 2 15,11-12 3-15,-18 6 0 0,-1-2-2 16,-25 22-1-16,-7 2 1 15,-21 15-7-15,-10 8-27 16,-15 8-28-16,-4 0-139 16,-6 10-144-16,-5 2-1 15,-8-9-160-15</inkml:trace>
  <inkml:trace contextRef="#ctx0" brushRef="#br0" timeOffset="25885.09">27419 12255 1122 0,'-3'12'241'15,"3"-30"98"-15,0 18-344 16,2 3-21-16,0 3-1 16,-2-6 1-16,0 2 0 15,1 6 12-15,5 18 4 16,8 48-4-16,-3-11 0 15,2 11 1-15,8 40 4 16,4 6 4-16,8-5 3 16,-3-22 2-16,1-16 2 0,-8-44-1 15,-3-13-1-15,-12-13-1 16,-10 0-4-16,-13-1-2 16,-24 2-41-16,-19 1-61 15,-31 4-194-15,-17-3 9 16</inkml:trace>
  <inkml:trace contextRef="#ctx0" brushRef="#br0" timeOffset="27298.79">12487 10978 273 0,'1'141'71'15,"8"-15"-62"-15,7 6-7 16,15 2 1-16,4-40-2 15,6-4-2-15,-1-23-70 16,0-6 20-16</inkml:trace>
  <inkml:trace contextRef="#ctx0" brushRef="#br0" timeOffset="27605.26">13019 10380 667 0,'7'10'243'0,"-1"1"-7"16,-1-21-140-16,6 33-121 0,2 8 1 16,4 19 8-1,-1 11 15-15,2 22 0 16,-3 1 1-16,4 15-1 0,1-9 0 15,4 17 0-15,-1-14 1 16,5 10-1-16,-3-14 0 16,3 7 4-16,-8-23 0 15,1-1-13-15,-7-21-42 16,-4-4-183-16,-8-17 33 16</inkml:trace>
  <inkml:trace contextRef="#ctx0" brushRef="#br0" timeOffset="27872.6">12552 10633 1046 0,'-10'-13'211'15,"1"9"90"-15,1 14-318 16,2 15-8-16,-1 31 1 15,-4 17 7-15,-9 25 10 16,0 7 8-16,-3 21-1 16,-2-18 0-16,-3 2-8 15,6-24-3-15,3-10 1 0,3-31-6 16,3-16-82 0,8-17-50-16,4-11-136 0,5-15-54 15</inkml:trace>
  <inkml:trace contextRef="#ctx0" brushRef="#br0" timeOffset="28083.1">12635 10599 617 0,'15'-24'142'0,"4"8"38"16,-1 13-179-16,20-5-19 16,10 1-3-16,21-3 10 15,5 4 10-15,19 4 9 16,-7 4 5-16,12 3 4 15,-9 5 2-15,6 3 0 16,-18 1-5-16,7 5-5 16,-9-1-3-16,13 7-203 15,-8 1 67-15</inkml:trace>
  <inkml:trace contextRef="#ctx0" brushRef="#br0" timeOffset="31169.63">13517 10694 975 0,'3'-7'193'0,"-3"7"64"15,2 5-296-15,-2-5-13 16,2 4 2-16,27 36 3 16,50 45 32-16,-20-24 7 15,11 20 3 1,2 3 7-16,1 3 0 16,-3 3-1-16,-6 5 0 0,-16-21-2 15,0 13 1-15,-11-4-1 16,1 13-11-16,-6-8-51 15,6 18-180-15,-3-6 31 16</inkml:trace>
  <inkml:trace contextRef="#ctx0" brushRef="#br0" timeOffset="31499.31">13794 10887 631 0,'-28'23'207'15,"20"-13"11"-15,-2 0-152 16,8 11-88-16,0 29-3 15,2 13 9-15,0 29 9 0,3 4 5 16,-1 5 1-16,-1-18 1 16,-2-2 0-1,1-26-2-15,-2-5 2 0,-3-16 0 16,3-9-37-16,0-15-45 16,0-7-127-16,-4-12-10 15</inkml:trace>
  <inkml:trace contextRef="#ctx0" brushRef="#br0" timeOffset="31681.34">13747 10908 699 0,'30'-20'143'16,"-29"10"67"0,31 2-207-16,12 0-11 0,26 5 2 15,6 5 3-15,24 7 2 16,-4 6 3-16,21 4 0 15,-11 3-46-15,14 8-164 16,-13 4 37-16</inkml:trace>
  <inkml:trace contextRef="#ctx0" brushRef="#br0" timeOffset="45877.57">4934 5989 886 0,'-3'27'155'0,"2"-4"91"15,2-12-268 1,8 15-5-16,6 0 10 0,7 5 3 16,3 2 8-16,5 0 0 15,-1-4 3-15,0 1-3 16,-5-8 0-16,-2-7-4 16,-10-8 5-16,-3-6 14 15,-7-6 8-15,-4-11 2 16,-2-4 3-16,0-6-4 15,-4-3-11-15,-2-2-6 16,4 7 4-16,-7-1 3 16,0 5 1-16,-4-2 0 15,-4 1 1-15,-4 3 0 16,1 6-1-16,-4 5-3 16,4 12-1-16,-1 6-6 15,7 5-6-15,3 2-8 16,8 1 0-16,5 2-6 0,6 1 2 15,4 7 0-15,4 2 6 16,3 8 3-16,2-3 9 16,6 3-1-16,0-10 1 15,5-4-6-15,-3-11-3 16,0-6-7-16,-8-7 1 16,-2-9 3-16,-4-11 7 15,0-23 5-15,-2-6 6 16,-2-17 1-16,-4-1-1 15,-10-3 8-15,-6 17 3 0,-12 1 18 16,-3 15 33-16,-7 5 12 16,2 11-7-16,-4 10-10 15,6 10-23-15,-5 8-46 16,5 10-19-16,-2 17-4 16,8 9 4-16,4 14-6 15,11 22-11 1,8 4 25-16,13 7-1 15,9 0 12-15,10 3-1 16,5-22 3-16,12 3 0 16,0-18 3-16,14-4-4 15,-5-20-2-15,10-10-10 16,-7-19-1-16,8-22-3 16,-11-15-79-16,4-34-153 15,-15-9 36-15</inkml:trace>
  <inkml:trace contextRef="#ctx0" brushRef="#br0" timeOffset="46129.6">5432 5564 534 0,'-4'-28'199'16,"0"13"22"-16,3 14-165 0,0 2-22 15,3 4-42-15,-2-5-18 16,4 7-7-16,3 32 10 15,58 60 25-15,-23-17-4 16,0 2 6-16,3 19-1 16,-4-11-3-16,-3 0-7 15,-6-14 12-15,4 3 8 16,-7-19 3-16,3 1 2 16,-6-18-33-16,-4-9-179 15,-9-22 39-15</inkml:trace>
  <inkml:trace contextRef="#ctx0" brushRef="#br0" timeOffset="46335.15">5289 5914 942 0,'-11'-57'176'16,"11"-21"88"-16,14-1-285 15,18-19-5-15,1 16 3 0,9 1-4 16,-1 19 8-16,3 5-51 16,-9 21-49-1,2 9-136-15,-9 14-18 0</inkml:trace>
  <inkml:trace contextRef="#ctx0" brushRef="#br0" timeOffset="47488.04">5927 5958 817 0,'-1'5'442'0,"-3"-2"-74"15,0-5-118-15,4 2-292 0,0 0-1 16,5 3-1-16,23 2 15 15,47 49 9-15,-37-37 10 16,5-4 1-16,-8-6 2 16,4-7 0-16,-12-9 8 15,3-17 1-15,-7-5 0 16,0-16-4-16,-7-6-9 16,-2-5-25-16,-8 10-12 15,-7-3-25-15,-7 11 6 16,-8 6 17-16,-4 8 36 15,-5 3 21-15,0 7 31 0,-4 9-3 16,0 6-7 0,-4 10-19-16,5 7-12 0,-4 9-9 15,7 2-3-15,1 18 0 16,8 2 5-16,0 14 0 16,6 7 11-16,7 16-5 15,6-13-6-15,10-4-4 16,8-13 4-16,13-7-4 15,3-19 10-15,8-4 0 16,-3-11-1-16,6-15-9 16,-7-16-8-16,5-20-1 15,-7-15 0-15,5-23-40 16,-10-3 5-16,-3-16 4 16,-6 7-2-16,-6-5 6 15,-10 13 47-15,-3 1 10 16,-6 16 7-16,-3 3 13 0,-3 19 7 15,4 10 7-15,-1 16-7 16,3 7-16-16,4 10-9 16,7 7-17-16,2 5-12 15,9 11 2-15,6 10 11 16,2 15-2-16,-2 3 8 0,5 3 4 16,-6-7-1-16,2-3 1 15,-3-14 2-15,1-7 5 16,-3-9 1-16,2-5-1 15,-7-12-1-15,7-13 1 16,-7-10-4-16,-1-19-4 16,-6-4 2-16,-1-20 0 15,-8 1-3-15,-3-7 5 16,-1 15 3-16,0-2 3 16,1 15 0-16,2 7-3 15,2 15-9-15,0 4-9 16,7 12-1-16,4 10-3 15,2 6 5-15,6 10 6 16,2 6 6-16,3 12 0 16,-4 4 1-16,0 11-2 15,-3-5 3-15,3 4 0 0,-4-15 1 16,2-10-2-16,-4-12-2 16,2-17 1-16,-5-17 0 15,8-22 2-15,-3-13 2 16,3-12 2-16,-7 0-2 15,-5-10-1-15,-8 8-2 16,-6 1 1-16,-5 6 1 16,0 1 2-16,-1 18 2 15,1 9 14-15,1 17 1 16,2 7-4-16,3 5-3 0,1 5-10 16,1 2-18-16,0-2-1 15,0 2 0-15,10 29-1 16,20 44 7-16,1-20 2 15,6-7-1-15,9 2-5 16,-1-18 0-16,4-3-7 16,-11-16 0-16,-7-13-5 15,-12-13 7-15,-1-26-10 16,-4-20-35-16,2-28-203 16,-5-8 48-16</inkml:trace>
  <inkml:trace contextRef="#ctx0" brushRef="#br0" timeOffset="48044.02">7683 4473 247 0,'-13'-87'213'15,"2"22"3"-15,0 14 4 0,2 25-49 16,3 10-5-16,5 9-70 16,0 7-40-16,0 3-52 15,1-3-19-15,0 1-10 16,7 15 6-16,8 18 15 16,19 49 1-16,-13-32 6 15,7 19-1-15,-1 1-1 16,10 10-1-16,1-3 6 15,6 20 12-15,-5-15-1 16,2-2-2-16,-9-12 0 16,-2-10-3-16,-12-28-12 0,-4-10 6 15,-7-12 8-15,-4-6 1 16,-8-12-48-16,-15-16-89 16,-10-9-4-16,-14-18 36 15,-6-6 10-15,-16-15 40 16,2 8 97-16,1-11 52 15,10 5-25-15,0-7-12 16,17 14 14-16,9-5-14 16,10 13-53-16,9-4-23 15,11 16-2-15,6 1-10 16,5 10 2-16,3 4-3 16,1 8 0-16,4 2-4 15,-2 5 5-15,8 12 0 16,-1 6 4-16,10 14 4 15,-2 5 5-15,13 7 4 0,-2 1 0 16,9 16 3-16,-7-1-2 16,2 23 6-16,-14 12 4 15,-8 20 2-15,-18-5-1 16,-12 22 5-16,-14-11-7 16,-14-6-5-16,-2-21-2 0,-6-4 1 15,3-29-4-15,1-14-61 16,8-18-83-16,5-14-138 15,11-26-42-15</inkml:trace>
  <inkml:trace contextRef="#ctx0" brushRef="#br0" timeOffset="48266.17">8442 4335 943 0,'20'-7'169'15,"-27"28"89"-15,20 1-274 16,5 13-2-16,9 24 10 16,3 7 13-16,4 8-1 0,-6-14-7 15,-1-5-2 1,-9-21-2-16,-1-1 10 0,-6-15 9 16,-6-2 21-16,-3-10-26 15,-8-13-274-15,-7-18 98 16</inkml:trace>
  <inkml:trace contextRef="#ctx0" brushRef="#br0" timeOffset="48414.78">8172 3950 957 0,'-3'2'45'0,"21"14"91"16,8 10-382-16,19 7-38 15,6-3-25-15</inkml:trace>
  <inkml:trace contextRef="#ctx0" brushRef="#br0" timeOffset="48791.64">8753 4032 908 0,'9'-10'231'0,"9"3"55"0,9 5-213 16,26 6-115-1,8 1 25-15,23 9 13 0,0 9 1 16,12 11-32 0,-19 0-45-16,-1 8-17 0,-23-5 2 15,-15-3 5-15,-28-6 33 16,-22-3 51-16,-18-7 17 15,-17-2 2-15,-3-7 0 16,-3-9 0-16,12-13 9 16,4-11 29-16,16-13-2 15,18-39-7-15,15-12-5 0,15-12-14 16,17-6-27-16,20-12-2 16,1 33 6-16,2 9-10 15,-4 15 3-15,-1 11-119 16,-15 24-76-16,-2 14-45 15,-10 14-114-15</inkml:trace>
  <inkml:trace contextRef="#ctx0" brushRef="#br0" timeOffset="49241.2">7715 6424 994 0,'-40'51'155'0,"36"-30"86"16,0-7-318-16,17-16-5 15,24-27 2-15,19-23 44 16,34-34 22-16,5-26 22 0,37-39 9 15,0 5-1-15,30-44 15 16,-10 13 4-16,33-29-14 16,-7 12 36-16,25-41 13 15,-1 27-22-15,27-11-13 16,-18 32 17-16,14 5-45 16,-30 51-12-16,-11 12-53 15,-32 26-169-15,-13 10-77 16,-53 26-78-16</inkml:trace>
  <inkml:trace contextRef="#ctx0" brushRef="#br0" timeOffset="52394.26">6617 7640 817 0,'-9'12'168'15,"-3"-8"65"-15,16-16-243 0,19-22-37 16,8-11 29 0,13-22 11-16,10-8 0 15,9-17 3-15,-1 14 5 0,16-20 0 16,-1 4-1-1,18-15 1-15,-9 10-1 0,17-21 1 16,-11 16 1-16,10-10-1 16,-16 16 0-1,12-2-1-15,-19 22-1 0,6 9-2 16,-16 21-2-16,-1 6-55 16,-19 15-45-16,-8 6-46 15,-16 9-31-15,-7 7-39 16,-13 9 10-16</inkml:trace>
  <inkml:trace contextRef="#ctx0" brushRef="#br0" timeOffset="52828.63">6647 7873 779 0,'-10'15'139'16,"4"-10"25"-16,6-7-239 0,11-3 2 16,4-6 1-1,13-13 10-15,9-7 59 0,19-18 3 16,3-4 2-16,25-18 0 15,-8-3 1-15,11-20-3 16,-5 4 3-16,13-17 3 16,-16 4 3-16,22-17 1 15,-10 13 5-15,9-10-1 16,-10 12-3-16,11-12 3 16,-12 21-2-16,8-3-1 15,-16 17-4-15,-1 8 0 16,-23 26-5-16,-5 11-3 15,-19 17-1-15,-6 8 0 16,-12 5-1-16,-3 6-18 16,-4-2-70-16,4 0-93 15,-4-6-12-15</inkml:trace>
  <inkml:trace contextRef="#ctx0" brushRef="#br0" timeOffset="54295.19">12121 7210 1001 0,'-12'0'208'0,"-3"-3"97"16,3 0-297-16,3 0-7 0,5 3-1 15,2-5 11-15,1-1-3 16,0 5-4-16,1-13 3 16,0-27-2-16,8-89-10 15,6 33 0-15,3 1 6 16,7-17 3-16,3 13-1 15,7-15 0-15,2 11 2 16,9-16-2-16,-4 14-2 16,3-6 1-16,-13 24 0 15,-9 1 3-15,-14 14 8 16,-5 12-9-16,-11 16-6 16,0 6-7-16,-2 10-29 15,1 14-7-15,-2 12-56 16,-3 15-49-16,-15 26-100 15,-6 21-32-15,-12 28-61 16</inkml:trace>
  <inkml:trace contextRef="#ctx0" brushRef="#br0" timeOffset="54665.9">11554 6666 1022 0,'-7'13'174'15,"7"-4"95"-15,11 2-306 16,7 5-1-16,7 6 8 16,10 8 12-16,-2 4 13 15,5 11 0-15,-4 2 0 16,-1 9 1-16,-3-1 2 0,3 3 2 15,-6-7 2-15,2 3 0 16,-4-9 4-16,5 4 1 16,-3-10 0-1,10-6 2-15,2-14 0 0,14-18 1 16,3-19-3-16,18-26 4 16,-3-16 0-16,16-42 2 15,-2-11-5-15,19-20 0 16,-8 0-7-16,17-16-272 15,-15 34-18-15,-14-13-85 16</inkml:trace>
  <inkml:trace contextRef="#ctx0" brushRef="#br0" timeOffset="71103.2">4773 4982 377 0,'-37'16'241'16,"7"6"-56"-16,-11 20-40 16,-4 10-177-16,-14 21-1 15,0 4 7-15,-7 22 9 16,9-4 15-16,-14 21 0 16,7-2 3-16,-10 22-2 15,12-12-2-15,-8 13 1 16,17-9 3-16,0 27 7 15,6 29 22 1,5 1-13-16,14-6-7 16,4-7-6-16,14-6 0 15,12-47-1-15,7 12-1 16,2-15 4-16,10 15-5 0,2-30-5 16,12-1-3-16,2-20 0 15,16 3 0-15,-1-21 4 16,14 4-1-16,-3-7 5 15,13 1-2-15,-4-13 0 16,18-1-1-16,0-12 2 16,20-8-2-16,-7-14-1 0,23-10-6 15,-6-9-3-15,11-13 3 16,-6-6 3-16,32-16 3 16,-17-1 4-16,25-14 6 15,-4-1-7-15,22-10 3 16,-21 7 1-16,31-27 2 15,-19-5 0-15,31-17 4 16,-18-2-8-16,27-24-5 16,-26 16 4-16,23-8-3 15,-29 6 17-15,21-24 3 16,-31 21-1-16,25-23 3 16,-12-3 6-16,23-17-23 15,-16 12 3-15,27-29 1 16,-24 21 0-16,18-25 3 15,-33 16 12-15,8-5 10 16,-29 18 6-16,14-23-6 0,-38 34-1 16,17-30-5-16,-18 13-4 15,-1-10-3-15,-23 15-2 16,11-12-1-16,-28 29-2 16,-6-13 6-16,-22 23 3 15,-13 6 40-15,-23 24 5 0,-16-9-4 16,-16 14-9-16,-14-10-5 15,-12 13-41-15,-16-8-8 16,-6 22 1-16,-12 1 3 16,8 15 2-16,-21-9-6 15,3 13 0-15,-28 2-5 16,2 17-4-16,-29 3 3 16,3 13 2-16,-19 5 3 15,18 6 6-15,-30 2-4 16,9 7-3-16,-15 3-1 15,16 7-3-15,-29 5-6 16,16 1 4-16,-40 20-16 16,11 6-4-16,-28 4 9 15,27 5 6-15,-20 11-4 16,38-6 15-16,-20 13 6 16,24 2-9-16,-27 18-3 0,10 1 1 15,-26 19 1-15,26-7 3 16,-34 20-3-16,25-6-4 15,-25 38-11 1,28-22 0-16,-16 8-6 0,33-19 5 16,-16 25 4-16,48-39 9 15,-9 19-2-15,19-1 6 16,-2 28-4-16,27-30 3 16,-10 14 1-16,20-11 1 15,-3 19 0-15,12-27 0 16,0 19 1-16,19-15 2 0,-1 12-1 15,14-29 1-15,0 5 2 16,7-24 0-16,-1 1 0 16,9-20 3-16,-3 16-2 15,11-10-55-15,7 4-214 16,6-3 54-16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6-11T16:31:59.5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6988 4078 777 0,'3'8'126'0,"-1"10"90"16,5 10-234-16,6 10-1 16,3 3 11-16,5 9 2 15,-2-10 0-15,3 4-1 0,-3-7 1 16,0 2-2-16,0-6-1 16,-1-3-3-16,1-12-1 15,3-4 0-15,-2-10 4 16,6-6 3-16,-1-9 5 15,5-10 5 1,-1-7 2-16,1-5 5 0,-7 3 6 16,-6-3 23-16,-8 6 0 15,-9-1 13-15,-5 4 12 16,-9-8 5-16,-1 0-21 0,-7-6 4 16,2 3-12-16,-4-6-10 15,2 7-11-15,-1 0 16 16,4 9-5-16,-2 1 1 15,3 9-6-15,-1 2-7 16,2 8-21-16,-2 5-9 16,3 5-5-16,-5 8-5 15,3 3 0-15,-2 9-1 16,4 5 5-16,-1 14 2 16,4 4 5-16,3 12 2 15,6-4-1-15,4 6-2 16,7-10-1-16,7 1-2 15,2-14 1-15,5-2 0 16,0-14 1-16,2-10-5 16,-3-13 2-16,7-14 2 15,-3-7 6-15,7-15 5 0,-4-3 7 16,2-7 3-16,-9 6 1 16,-3 2 15-16,-9 10 5 15,-5-3 7-15,-4 4 1 16,-1-4 0-16,-2 0-12 15,-2-3-4-15,1 6 1 0,-5 0 9 16,1 9 2-16,-5 0 0 16,-1 8-5-1,-5 3-14-15,-2 5-17 0,-2 10-12 16,-2 6-6-16,1 12-5 16,2 6 3-16,-3 20 4 15,3 3 7-15,0 20 3 16,2 3 2-16,0 17 3 15,6-3-1-15,3 11-2 16,5-11 0-16,6 9-3 16,7-19 0-16,16-4-8 15,8-17-5-15,16-13-8 16,8-23 4-16,23-22 8 16,2-20 8-16,17-18 4 15,-6-8 12-15,6-11 3 16,-22 8-1-16,-7 2 4 0,-27 12 6 15,-9 7 23-15,-18 16 15 16,-6 1 5-16,-8 9-3 16,-2 0-11-16,2 2-32 15,0-2-83-15,0 0-134 16,1 0-150-16,0 1-54 16</inkml:trace>
  <inkml:trace contextRef="#ctx0" brushRef="#br0" timeOffset="667.48">8009 3840 1096 0,'7'-32'226'0,"-8"13"86"16,-5 9-349-16,5 10-3 15,11 14-7-15,6 15-6 16,4 10 16-16,9 22 16 15,-2 5 5-15,5 11-2 16,-2-4 8-16,-2 12 12 16,-5-10 0-16,2 6 2 15,-8-11 4-15,-1 14 2 0,-2-15-7 16,-5 2 1-16,-5-15-14 16,-7-3-43-16,-4-24-14 15,-2-9-15-15,2-14 9 16,-3-11-191-16,2-20 99 15</inkml:trace>
  <inkml:trace contextRef="#ctx0" brushRef="#br0" timeOffset="1003.03">7825 3952 850 0,'-29'8'170'0,"1"-1"84"16,10-2-257-16,5-2 2 15,9-2-2-15,7-9-5 16,5-9-2-16,10-18-2 16,5-6-3-16,18-23 1 15,7-1 3-15,14-15 3 0,-3 5 5 16,14-7 4-1,-12 17-1-15,2 8 3 0,-14 21-2 16,-7 8-3-16,-15 18-4 16,-8 7-7-16,-8 3-3 15,-5 7-5-15,-4 9-4 16,-1 8-136-16,-1 10-64 16,4 17-24-16</inkml:trace>
  <inkml:trace contextRef="#ctx0" brushRef="#br0" timeOffset="2219.52">8656 4068 1152 0,'-9'3'195'0,"17"1"113"15,-3 8-346-15,8 14 2 16,2 7 11-16,3 8 13 16,3-2 14-16,1 2 1 15,-2-14-1-15,2-4-2 16,-4-8-1-16,-1-3-1 16,-3-9 0-16,-2-4 4 15,-1-7 3-15,7-10 1 16,0-5 0-16,5-16 0 0,1-9-4 15,-2-8-1 1,-9-2 2-16,-9-5 9 0,-7 10 0 16,-13 3 3-16,-5 10-2 15,-7 6-2-15,2 14-8 16,-11 3-3-16,4 12-4 0,-7 5-1 16,8 7-2-16,-1 3-3 15,5 2-1-15,0 8-3 16,6 9 4-16,-1 16 0 15,6 6 3-15,4 18 0 16,8 0 3-16,6-2-11 16,8-15-1-16,4 2-7 15,6-16 2-15,7-1 3 16,1-7 10-16,6-4 0 16,0-9 7-16,4-12-5 15,-2-10-4-15,5-17 0 16,0-11 1-16,11-16-23 15,-4-15-24-15,11-23-27 16,-5 0-4-16,1-12 2 16,-12 10 23-16,-6-4 34 15,-14 17 32-15,-8-6 12 0,-9 14 8 16,-7-2 28-16,-7 21 5 16,-1 10 22-16,-1 20-2 15,-2 8-11-15,1 12-33 16,-3 17-12-16,0 9-30 15,0 16-11-15,2 5 3 16,4 17-1-16,8-7 4 16,8 5 3-16,4-9-1 15,6 4-1-15,3-14 4 0,8 3 0 16,-1-9 2-16,6 0 3 16,0-8 0-16,2-1-2 15,-1-10-1-15,4 3 1 16,-5-3 7-16,3 1 3 15,-7 1 2-15,-4 2 0 16,-9-2 0-16,-7 2-1 16,-10-7-1-16,-7 7 6 15,-6-5 1-15,-4-1 4 16,1-4 1-16,3-2 8 16,5-6 2-16,4-4 9 15,5-7-6-15,6-12-7 16,5-12-11-16,8-30-6 15,6-11-12-15,13-20 4 0,0 1 6 16,9-23 0-16,-2 12 1 16,4-25 2-16,-9 12-2 15,3-21 2-15,-14 14 0 16,-4-10 15-16,-12 28 11 16,-7 2 4-1,-9 24-1-15,-4 6 1 0,-2 19-12 16,-6 3-8-16,0 13-2 15,-3 4-1-15,3 17-4 16,0 7-16-16,3 10-9 0,-7 20-7 16,-1 17-3-16,-7 28 3 15,0 19 14-15,3 34 0 16,11 0 0-16,11 9-10 16,13-10 0-16,19 8-3 15,10-23 4-15,18-2 1 16,1-15 9-16,9-5 2 15,-5-24 2-15,4-3-46 16,-14-15-49-16,0-7-100 16,-12-17-51-16,-6-16-49 15,-13-17-57-15</inkml:trace>
  <inkml:trace contextRef="#ctx0" brushRef="#br0" timeOffset="2473.31">9572 3567 1174 0,'-10'-15'213'0,"31"-13"117"16,10-14-362-16,17-3 7 16,35-18 4-16,7-6 10 0,23-10 3 15,-7 3 9-15,12-5-2 16,-28 15-4-16,-5 12-1 15,-26 18 2-15,-15 12-24 16,-26 14-43-16,-6 7-99 16,-11 8-35-16,-13 19-113 15,-14 10-53-15</inkml:trace>
  <inkml:trace contextRef="#ctx0" brushRef="#br0" timeOffset="2953">7220 6507 739 0,'-11'15'124'16,"10"-11"77"-16,28-16-218 15,16-17-7-15,14-10 13 16,30-24 14-16,7-3 4 0,19-19-5 16,-3 0 5-1,23-26 0-15,-10 12-2 16,33-25 4-16,-9 8 5 0,33-31 24 15,-8 24-10-15,24-31 10 16,-13 12 10-16,27-11 6 16,-29 31-28-16,17-21 7 15,-32 32-11-15,2 4-12 16,-37 19-6-16,8 7 6 16,-46 25 0-16,-6 4 0 15,-30 20-4-15,-12 3-3 16,-30 14-6-16,7 3-10 15,-5 5-131-15,8-6-138 16,-3-2-4-16</inkml:trace>
  <inkml:trace contextRef="#ctx0" brushRef="#br0" timeOffset="7188.04">5715 4261 733 0,'27'83'133'16,"-2"10"79"-16,3 0-228 0,21 22 10 15,4-7-2-15,15 28 4 16,-2-17 2-16,3 23 0 16,-5-12 4-16,6 17 0 15,-15-26-1-15,1 13 0 16,-4-19 0-16,2 11 3 16,-6-18-1-16,4 12 2 15,-10-19-2-15,2 10 5 16,-8-19-3-16,-7-1 7 15,-9-21-66-15,3-4-160 16,-6-26 35-16</inkml:trace>
  <inkml:trace contextRef="#ctx0" brushRef="#br0" timeOffset="8027.42">5838 4495 817 0,'-21'-8'149'15,"11"-5"44"-15,11 2-259 0,15-10 1 16,7-2-2-16,15-12 3 16,9-2 44-16,19-19 7 15,2-6 10-15,28-32 2 16,2-3 2-16,24-30-1 16,2-3 2-16,31-23-1 15,-5 10-2-15,32-32 0 16,-4 18 1-16,33-24-1 15,-11 8 1-15,34-17-1 16,-15 25 1-16,28 14-1 0,-27-5 1 16,21-13 0-16,-31 21 1 15,20-1 2-15,-37-16 2 16,22 24 1-16,-34 35-1 16,2 8 0-16,-35 14 0 15,-5 17 1-15,-44 37 2 16,-11 8 7-16,-25 22 4 0,-9 22 0 15,-15 7 0-15,8 19-6 16,-6 14-6-16,6 19-3 16,-2 7 2-16,5 32 4 15,-11-2-3-15,3 21-1 16,-9-8 1-16,0 28-6 16,-6-20-6-16,-3 15 7 15,-1-16-2-15,5 9 5 16,-8-34 3-16,5-2 1 15,-2-30-1-15,-3-3 0 16,-6-24-6-16,-1 6 1 16,-5-8 0-16,-1 10 4 15,-5-9 2-15,-1 2 0 16,-1-10-2-16,-5-1 4 16,-5-12-1-16,-8 5 12 15,-3-1 8-15,-11 4 4 16,-3 2-4-16,-9 5-4 15,-1-2-13-15,-16 8-4 16,-1-5-5-16,-20 11 1 0,2-2 1 16,-5 12-1-16,14-3-1 15,-10 22 3-15,14-7-1 16,-11 12 0-16,6-10-1 16,-7 12-2-16,14-19-30 15,0 5-243-15,10-19 71 16</inkml:trace>
  <inkml:trace contextRef="#ctx0" brushRef="#br0" timeOffset="18817.87">8234 8543 970 0,'-14'3'324'0,"-1"-7"-26"16,5 0-296-16,5 0-28 16,5 2-30-16,2 5-22 15,-2-3 4-15,0 1 3 16,5 12 24-16,8 21 21 16,12 36 20-16,-15-27 4 15,-4-5 2-15,1-4 0 16,0-7-1-16,3 0-7 15,2-8-21-15,9-4-42 16,4-7-19-16,10-12-19 16,0-15 1-16,3-14 18 15,-5-6 43-15,-7-9 21 16,-12 6 22-16,-8 1 17 16,-7 13 21-16,-5 0 41 15,-2 8 14-15,-4 2 26 16,2 6 3-16,-2 1 9 0,1 3-35 15,0 2-10-15,6 5-29 16,-1 0-21-16,1 0-34 16,4 1-18-16,0 0-12 15,0 5 1-15,1 30 8 16,8 48-1-16,0-34 15 16,7 14 6-16,1-9-2 15,5-4 1-15,0-14 6 16,2-4-3-16,-5-19-5 0,-1-8 2 15,-5-8 0-15,1-11 3 16,-3-6 3-16,0-16 5 16,-2-5-1-16,0-13 3 15,-4 1-1-15,-8-10 1 16,-2 9-2-16,-8-13 0 16,-1 5-1-16,-5-9 4 15,-2 8-2-15,-9-2 2 16,0 17 0-16,-13 5 3 15,1 14 2-15,-3 6 20 16,8 12-4-16,-1 9-8 16,11 7-10-16,2 12-18 15,9 11-24-15,4 30-2 16,7 14 6-16,6 21 7 0,3 6 12 16,6 24 3-1,2-19 3-15,8 5-2 0,0-18-1 16,15-2-1-16,1-27-3 15,10-8-1-15,0-19-1 16,8-6-3-16,-6-20 0 16,1-14 2-16,-5-13 1 15,5-13 5-15,-6-10 4 16,5-11 4-16,-5 4-1 16,0-4 1-16,-7 9-3 0,-7 8 1 15,-9 12-2-15,-2 6 0 16,-5 12-25-16,1-1-73 15,4 1-50-15,7-4-119 16,7-6-50-16</inkml:trace>
  <inkml:trace contextRef="#ctx0" brushRef="#br0" timeOffset="19219.88">9136 7931 846 0,'-9'0'177'0,"10"-2"78"16,-1-4-248-16,2 2-13 0,-4 3 6 15,1 0 1 1,0 0 5-16,1-1 1 16,-1 1-7-16,1 1-12 0,0 0-1 15,0 6-3-15,2 31-5 16,12 40 7-16,1-18 7 16,4-3-1-16,8 15 1 15,1-2 4-15,5 14-1 16,1-13 3-16,0 5 4 15,-5-14 0-15,0-1-1 16,-8-12-14-16,-2 1-107 16,-3-13-87-16,2-8-34 15,-8-17-122-15</inkml:trace>
  <inkml:trace contextRef="#ctx0" brushRef="#br0" timeOffset="19643.3">9365 8373 1045 0,'0'0'238'0,"0"0"92"15,0 0-308 1,0 0-8-16,-1 0-12 0,-1-1-7 15,0-1-2-15,-16-15 2 16,-43-48-5-16,28 25 6 16,3 2 4-16,-3-5 2 15,-2 1-2-15,-4-6 5 16,3 1 1-16,-5-9 3 16,4 5-1-16,5-4-1 15,7 8-8-15,8-3-8 16,15 14-6-16,10-8-3 15,7 6 1-15,10-8 3 16,-2 5 5-16,2-5 3 16,-5 9 1-16,-1 4-7 15,-10 13-14-15,-1 9-48 16,-2 13-9-16,-5 13-19 16,-3 10-36-16,-1 15-149 0,0 7 69 15</inkml:trace>
  <inkml:trace contextRef="#ctx0" brushRef="#br0" timeOffset="19900.55">9141 8197 893 0,'0'-1'256'0,"1"-8"42"16,25 4-224-16,-2-20-90 15,8-5 3-15,18-15 3 16,5-3 6-16,6-2-2 16,-11 8 1-16,-3-1 1 15,-18 16 1-15,-4 6 1 16,-11 8-25-16,-1 8-82 16,-4 7-39-16,5 14-95 15,0 11-49-15,10 12-27 16</inkml:trace>
  <inkml:trace contextRef="#ctx0" brushRef="#br0" timeOffset="21030.94">10071 7857 1006 0,'-6'-21'291'16,"-9"-3"65"-16,4 1-288 15,-5-3-24-15,3 7-27 16,1 5-3-16,0 8-11 16,-6 14-14-16,-5 11-7 15,-10 23-6-15,0 13-3 0,-1 16 3 16,10-1 11-16,6 11 3 16,13-14 4-16,10 3 1 15,5-12 1-15,13 0-3 16,6-17-7-16,8-10-44 15,-1-18-16-15,1-17-2 16,-7-12 2-16,0-23 7 16,-5-10 46-16,-4-16 15 15,-4 5 5-15,-10-14 5 16,-7 12 1-16,-12-5 8 16,-1 13 1-16,-6 0 25 15,6 16 11-15,0 11 21 16,3 14-7-16,5 8-11 0,2 5-30 15,0 12-18-15,3 8-21 16,-1 16-1 0,2 6 6-16,3 14 7 15,3-8 1-15,7-1 2 16,0-12-2-16,8-7 1 0,0-13-1 16,7-8 1-16,-3-11 1 15,5-15 3-15,-1-11-1 16,6-26 3-16,-5-10 0 15,1-19 0-15,-3 3-3 0,-6-10 3 16,-9 13-1-16,-7-6 2 16,-9 16 1-16,-7-2 4 15,-4 15 2-15,-1 10 13 16,1 19 2-16,2 8 8 16,3 12-4-16,0 6-13 15,2 3-22-15,-2 15-8 16,0 8-11-16,1 21 1 15,3 9 9-15,8 11 6 16,7-5 5-16,12-3 1 16,9-16-3-16,8 1-3 15,0-8-2-15,9 5 0 16,-3 0 0-16,9 12 3 16,-4-2 4-16,2 6 2 15,-10-4-1-15,-5-3-5 0,-14-18-1 16,-8-7 1-16,-8-12 3 15,-3-6 13-15,-5-6 11 16,-3-1 5-16,2 0-3 16,0-1-9-16,-9-30-14 15,-15-69-8-15,13 22-6 16,-4-25 4-16,4 0 7 0,2-28 1 16,2 6 1-16,-3-27 1 15,7 6-1-15,-1-8 0 16,-1 38 0-16,-6-7 3 15,0 30-1-15,-8 4 6 16,0 23 1-16,-7 5 11 16,4 28 1-16,-5 9 0 15,7 16-6-15,-3 10-10 16,7 9-12-16,1 5-10 16,6 9-5-16,2 17-1 15,9 12 7-15,9 22 3 16,9 9 6-16,15 26 4 15,8-6 3-15,12 9-1 16,3-7 1-16,9 10-13 16,-9-20-1-16,4 9 6 15,-15-15-1-15,-3-2-1 0,-11-14 13 16,-1 0 3-16,-7-15-48 16,6 9-28-16,-3-16-86 15,-4-5-153-15,-6-16-6 16</inkml:trace>
  <inkml:trace contextRef="#ctx0" brushRef="#br0" timeOffset="21241.52">10643 7634 1058 0,'-2'-27'206'15,"8"0"104"-15,21-34-313 16,14-12-7-16,18-17-1 15,1 11-1-15,-1 3-3 16,-17 27-4-16,-9 3-32 16,-15 11-42-16,-3-16-58 15,-3 0-45-15,6-8-96 16,-2 7-13-16</inkml:trace>
  <inkml:trace contextRef="#ctx0" brushRef="#br0" timeOffset="21677.17">11295 6270 1037 0,'2'-46'220'0,"-4"8"98"16,-16 39-300-16,10-9-53 15,11 12 14-15,7 19 0 16,7 14-4-16,9 28 8 16,6 20 18-16,6 20-1 15,-2-4 1-15,3 13 2 16,-5-16 0-16,1-1-16 16,-8-21-5-16,0-7 5 15,-7-20 0-15,-2-3-6 16,-6-15-31-16,-1-1-153 15,-4-8-80-15,-2-10-70 0</inkml:trace>
  <inkml:trace contextRef="#ctx0" brushRef="#br0" timeOffset="21960.86">11059 6622 955 0,'-21'-22'168'15,"8"-7"103"-15,16-26-300 16,15-5 12-16,16-18 4 16,13 0-1-16,20-17 4 15,-2 12 3-15,10-15 10 16,-9 7-3-16,4-5 3 16,-15 21 0-16,4 4 0 15,-12 21-4-15,-5 14-2 16,-15 18-6-16,-3 11-10 15,-11 13-2-15,-1 13-10 16,-4 10-44-16,0 21-160 16,0 11-10-16,-3 24-90 15</inkml:trace>
  <inkml:trace contextRef="#ctx0" brushRef="#br0" timeOffset="23080.24">11952 6518 1028 0,'-7'5'214'0,"0"-2"81"16,12-3-314-16,-3 10-2 16,1 3-4-16,4 8 2 15,2 2 15-15,4 1 10 16,-1-9-4-16,2-4 2 15,-1-5 1-15,2-8 3 16,-3-3 1-16,1-15 2 16,-2-8-1-16,-2-14 3 15,-2-7-4-15,-2-9-1 16,-5 6-3-16,-4-1 3 16,-1 9-1-16,-8 3 1 15,-2 14 1-15,-5 7 0 16,0 9-4-16,-7 10-3 15,4 10-4-15,-6 10-2 16,3 6-2-16,-2 13 0 16,3 1 1-16,-1 13 2 15,8-2 1-15,5 11 1 16,10-9-4-16,8-2-1 0,7-14-2 16,9-5 3-16,1-12 0 15,4 0 3-15,0-6 3 16,5-7-8-16,-5-7-2 15,9-11-7-15,-2-13-30 16,10-26-62-16,1-13-45 0,8-27-102 16,-2-1 1-16,3-14-56 15,-12 16 134-15,-8-1 176 16,-11 23 123-16,-10 2 69 16,-8 20-10-16,-2 10 37 15,0 20-57-15,-6 7-20 16,3 13-45-16,-9 10-45 15,-5 5-42-15,-7 15-11 16,2 9-5-16,-4 11-2 16,9-5 6-16,8 1-2 15,8-11 0-15,10 2-2 16,7-11 2-16,7 6 1 16,1-4 1-16,6 2 2 15,-2-4 3-15,8 5 4 16,-2-4 3-16,8 8 1 15,-3-1 0-15,2 6-3 0,-8-6-3 16,-3 4 0-16,-12-7 3 16,-7 3 1-16,-10-12 3 15,-3-4 12-15,-4-7 5 16,-1-10 58-16,-1-7 23 16,-6-13-51-16,-2-6-8 15,-3-15 0-15,-1-16-61 0,3-35-23 16,10 0 48-16,0-26 10 15,6-14-7-15,4-18 15 16,-1 22 7-16,1-9 3 16,0 10-13-16,0-6 3 15,-1 19-19-15,-4-4-8 16,-4 22 2-16,-5 10 11 16,-7 30 1-16,-7 8 9 15,0 15 6-15,-1 3 2 16,3 9-13-16,4 5-7 15,5 8-14-15,3 5-26 16,3 11-13-16,5 21-11 16,3 14 0-16,9 26 3 15,8 11 21-15,19 38 7 16,10-10 13-16,26 21 6 16,-10-10 1-16,5 15 3 0,-15-33-2 15,-1 16 3-15,-23-19 2 16,16 6-19-16,-9-19-34 15,6 2-101-15,-6-27-73 16,-5-10-93-16,-12-23-75 16</inkml:trace>
  <inkml:trace contextRef="#ctx0" brushRef="#br0" timeOffset="23275.85">12661 6163 1217 0,'-15'-39'232'16,"10"-4"122"-16,13-13-383 16,15-6 3-16,25-18 0 15,5 6 6-15,8-10 5 16,-5 6-2-16,3 3-52 16,-22 23-26-16,-9 12-130 15,-17 26-115-15,-18 23-13 16</inkml:trace>
  <inkml:trace contextRef="#ctx0" brushRef="#br0" timeOffset="24225.78">9278 10609 1161 0,'-4'-1'214'0,"3"3"93"15,3 0-353-15,-2-2-3 16,1 0 7-16,12 9 12 15,14 8 27-15,45 48 8 0,-39-36-1 16,1-2-1-16,-8-9-4 16,-4-4-1-16,-8-10-2 15,-6-1 5-15,-5-3 1 16,-3-12 6-16,3-10 0 16,-2-18 3-16,1-8-5 15,-4-14 0-15,-3 6-6 16,-7-1 2-16,-6 15 0 15,-6 0 6-15,-1 12 2 0,-4 2 3 16,2 10 1-16,1 8-1 16,4 10-7-16,1 7-7 15,7 9-8-15,4 9-10 16,4 2-4-16,6 6-1 16,7-2 3-16,6 11 3 15,3-5 9-15,7 11 5 16,1-3 3-16,7 1 1 15,-2-15-2-15,0-8-7 16,-5-13-4-16,-2-13 3 16,-6-10 2-16,0-16 5 15,-4-7 8-15,-3-11 2 16,-5-1-1-16,-8-5 2 16,-6 6-1-16,-9-5 6 15,-4 8 4-15,-9-4 4 0,-3 5-2 16,-6 0 2-16,3 11-5 15,0 5 7 1,11 8 0-16,4 10-3 0,8 8-9 16,1 9-14-16,3 9-20 15,-2 21-9-15,3 13 0 16,0 27 9-16,0 14 16 16,7 17-7-16,5-12 5 15,12 8-1-15,10-24-4 16,20-13-6-16,6-26 7 0,14-8-1 15,-2-26 5-15,10-18 2 16,-8-17 5-16,10-25 10 16,-8-16-92-16,7-20-203 15,-15-2 39-15</inkml:trace>
  <inkml:trace contextRef="#ctx0" brushRef="#br0" timeOffset="26051.27">10020 9656 600 0,'-11'6'97'0,"8"17"56"0,4 12-178 16,8 22-8-16,8 8 11 16,10 9 6-16,1-5 8 15,12 2-2-15,-1-14 2 16,12 10 0-16,-2-4 4 15,9 8 9-15,-7-13 3 16,-3-2-1-16,-13-17-1 16,-8-6-8-16,-13-15-8 0,-6-7 16 15,-6-5 37-15,-12-11-77 16,-8-6 15-16,-12-12 19 16,-8-7-6-16,-13-20 5 15,3 4 121-15,-5-16 1 16,5 2-10-16,0-6 26 15,6 11-39-15,0-11-42 16,5 4-8-16,-1-25-5 16,3-4-36-16,5-15-5 15,11 0-5-15,10-8 0 16,13 26-2-16,12 7-2 16,6 18-2-16,5 14-5 15,-3 20-35-15,4 12-47 16,-3 15-62-16,4 17-119 0,2 15 3 15,2 18-70-15</inkml:trace>
  <inkml:trace contextRef="#ctx0" brushRef="#br0" timeOffset="26261.62">10119 10236 1087 0,'-8'-9'217'0,"7"-15"99"16,15-8-326-16,10-12-15 15,7-2-1-15,14-9-33 16,3 6-39-16,10-8-134 16,-6 4-71-16,8-12-63 15</inkml:trace>
  <inkml:trace contextRef="#ctx0" brushRef="#br0" timeOffset="26676.8">10676 9349 373 0,'-5'5'294'0,"-1"2"-80"16,5-3-29-16,1 11-195 16,2 8-17-16,5 11 0 15,1 8 9-15,7 12 9 0,3-3 5 16,6 5 2-16,-1-4-3 15,7 5-1-15,0-10 2 16,7-1 3-16,-5-13 3 16,6-3 2-16,-6-13 3 15,3-12 1-15,-5-10-1 16,4-21 3-16,0-14-2 0,3-24-24 16,-5-7-35-16,-5-7-32 15,-11 7-1-15,-13 0 36 16,-11 22 61-16,-9 4 61 15,-5 12 57-15,-5 3 44 16,6 10-26-16,1 4-24 16,6 7-30-16,5 4-36 15,5 4-62-15,6 6-32 16,2 6-13-16,8 14-1 16,2 2 10-16,6 9 17 15,1-3 18-15,9 1-17 16,-3-13-35-16,5-4-129 15,-3-9-83-15,1-10-51 16</inkml:trace>
  <inkml:trace contextRef="#ctx0" brushRef="#br0" timeOffset="27377.51">11388 9032 899 0,'1'-11'186'16,"-3"8"79"-16,5-4-273 15,3 7-9-15,3 0-5 16,7 7-3-16,4 2 7 0,1 12 6 16,-2 3 5-1,2 14 6-15,-4 1 6 0,-2 10 1 16,-2-3-1-16,0 3 1 16,-4-11-3-16,-3-5 1 15,-3-13 1-15,0-6-4 16,-3-10-5-16,-3-11-4 15,1-14-6-15,2-22-6 16,0-7 3-16,1-20 6 16,3 4 4-16,-2-5 5 15,1 14 6-15,1 1-1 16,0 15-1-16,3 4 0 16,0 15-1-16,1 8-4 15,0 8 0-15,6 8-2 16,5 7 0-16,6 8-1 15,4 6 2-15,9 12-4 0,-2-2-2 16,4 2 3-16,-2-6 2 16,6-3 3-16,-7-11 5 15,8-3 6-15,-6-10-1 16,4-8-3-16,-9-8-1 16,-2-10 3-16,-11-11-1 15,-8-18 2-15,-11-8-8 16,-9-16-6-16,-9 2-4 15,-13-3 5-15,-4 9 3 0,-6-6 20 16,2 9 10-16,-4-7 42 16,10 12 1-16,0 2 12 15,9 20 1-15,3 10 6 16,8 16-44-16,3 3-17 16,6 10-31-16,4 10-25 15,7 5-10-15,9 25 0 16,2 11 9-16,15 22 10 15,3 2 11-15,8 12 4 16,0-12 2-16,12 7 3 16,-8-16 1-16,5 2-26 15,-8-16-42-15,-3-8-88 16,-14-22-33-16,-5-18-122 16,-10-25-28-16</inkml:trace>
  <inkml:trace contextRef="#ctx0" brushRef="#br0" timeOffset="28272.34">12367 8235 250 0,'-9'-61'350'0,"-1"27"-78"16,0 15 4-16,5 12-134 15,1 7-60-15,-1 5-67 16,-3 18-15-16,-3 8-13 16,-4 24 2-16,-4 7 9 0,2 12 2 15,4-9-1-15,4-4 0 16,5-19-1-16,4 0-2 15,4-13 0-15,4-5-2 16,4-3-1-16,8-5-2 16,8-10 1-16,8-11 1 15,2-11 4-15,11-14-5 16,-1-12-6-16,6-23-43 16,-4-6-20-16,6-14-5 15,-10 4 9-15,-5-4 9 16,-12 23 47-16,-6 3 32 15,-11 19 11-15,-8 4 33 16,-2 15 10-16,-2 5 18 16,-4 10-6-16,1 5-12 15,-1 7-38-15,3-6-12 0,0 3-21 16,-8 32-4-16,-6 39 1 16,11-25 2-16,5-5-3 15,7 1 1-15,6-6 2 16,7-4 1-16,0-12 4 15,9-6 4-15,-1-13 1 16,9-18 0-16,-5-9-2 16,11-19 2-16,-5-6-2 15,5-12-1-15,-6-1-1 0,3-19 3 16,-9 9-3 0,-2-8 2-16,-10 14 0 0,-6 9 3 15,-7 27-1-15,-1 7-2 16,-4 16-5-16,2 4-16 15,1 9-5-15,7 13 1 16,3 11 2-16,7 20-4 16,2 9 13-16,12 19 3 15,-1-1-6-15,19 20-9 16,7-2 4-16,26 23 6 16,3 0 15-16,42 55 6 15,0-7-14-15,19 39-93 16,-12-7-18-16,1 20-22 15,-46-49-6-15,-23-14 78 16,-34-58 139-16,-21-25 49 16,-18-44 19-16,-9-17 20 0,-1-11-53 15,-18-5-68-15,-8-9-49 16,-16-12-20-16,-3-8-16 16,-12-20 31-16,5-3 37 15,-4-8 72-15,8 11 25 16,-10-15 7-16,7-2-37 15,-3-38-24-15,11-3-59 16,-4-46-20-16,13-2-6 16,-2-13 5-16,10 24 9 0,0-32 3 15,11 40 10-15,11-13-74 16,10 19-36-16,9 3-68 16,9 39-48-16,3-8-143 15,-3 29 34-15</inkml:trace>
  <inkml:trace contextRef="#ctx0" brushRef="#br0" timeOffset="28497.51">13672 7224 51 0,'-20'-66'102'16,"-4"7"-5"-16,-6-2 85 15,5 15 14-15,1 5 33 16,10 16-36-16,3 12-15 16,9 10-93-16,0 4-69 15,3 4-57-15,-1-4-19 16,4 15-12-16,9 24 7 15,37 85 29-15,-3-15 15 0,6 5 12 16,14 23 11-16,1-6 9 16,14 11 7-16,-5-27 2 15,11-5-78-15,-11-29-78 16,-1-10-78-16,-18-34-90 16</inkml:trace>
  <inkml:trace contextRef="#ctx0" brushRef="#br0" timeOffset="28763.79">13328 7224 1334 0,'-1'-22'260'0,"2"-8"126"16,-2 14-397-16,13-36-17 15,7-6 7-15,12-13 2 16,6-3 8-16,7-4 2 16,-6 22 3-16,1 2 2 15,-9 13 1-15,-4 5-16 16,-10 15-23-16,-6 2-68 0,-5 8-78 16,-1 10-185-1,0 9-16-15</inkml:trace>
  <inkml:trace contextRef="#ctx0" brushRef="#br0" timeOffset="29749.47">14115 7030 1013 0,'3'9'185'0,"-2"-2"88"16,-1-6-313-16,4 4-8 15,-4-5 6-15,0 0 9 16,1 1 17-16,3 2 8 16,10 5 5-16,1-3 5 15,34-1 0-15,-36-28 5 16,0-7 5-16,0-14 0 16,-5-2-4-16,-3-2 3 15,-4 11-5-15,-7 7 13 16,-3 12 7-16,-7 5-2 15,-5 11-7-15,-11 11-3 16,-2 7-15-16,-7 10-11 16,5 3 1-16,1 10 0 15,10 2-4-15,4 8 3 0,10-3 0 16,3 3-1 0,4-9 1-16,6-3 3 0,8-12-4 15,6-3 1-15,6-7-3 16,10-8-1-16,5-9 4 15,12-9 0-15,2-8 0 16,7-16 7-16,-6-8 3 16,9-21 2-16,-8-7 2 0,1-11 2 15,-11 13 0-15,-9 8 6 16,-14 24 3-16,-10 9 14 16,-10 17 20-16,-1 5 27 15,-1 3-5-15,-4 3-13 16,5 1-21-16,0 0-22 15,-2 1-30-15,-5 32 0 16,-45 49 8-16,37-21 6 16,7 3 1-16,9 5 0 15,8-14-3-15,10-2-2 16,8-10-1-16,11 1-2 16,2-9 2-16,14 6-1 15,-1-1 2-15,8 10 2 16,-3-4 3-16,8 7-12 0,-9-7-22 15,-1-1-49 1,-19-16-9-16,-12-7 67 0,-26-17 7 16,-24-15 4-16,-16-14 19 15,-7-21 29-15,-1-11-63 16,5-25 5-16,14-4 18 16,6-26 59-16,6-4-15 15,0-16 13-15,3 0 0 0,2-35 12 16,3 21-19-1,9-11-1-15,4 16-15 0,4 5 0 16,-1 41-9-16,1 5-5 16,-6 32 23-16,-2 13 38 15,-3 24 5-15,-2 7 2 16,-1 10-4-16,-2 2-37 16,0 2-47-16,-8 11-17 15,-2 15-7-15,-8 26-17 16,3 17 5-16,10 28 2 15,18 5 7-15,24 17 2 16,18-14 8-16,22 2-4 16,3-22 8-16,21-13 4 15,-6-24 4-15,17-9 10 16,-13-15-60-16,5-1-250 16,-18 1 58-16</inkml:trace>
  <inkml:trace contextRef="#ctx0" brushRef="#br0" timeOffset="29911.48">14507 6639 864 0,'5'-27'451'16,"28"-32"-67"-16,14-14-89 15,27-15-492-15,12 8-204 0,13 5 32 16</inkml:trace>
  <inkml:trace contextRef="#ctx0" brushRef="#br0" timeOffset="30242.36">12205 10598 1087 0,'2'3'188'0,"6"4"94"16,7 11-322-16,19 20-9 16,9 12-25-16,11 19-68 15,13 22-318 1,-1 1 110-16</inkml:trace>
  <inkml:trace contextRef="#ctx0" brushRef="#br0" timeOffset="30433.8">12918 11647 324 0,'3'13'82'0,"16"-3"23"16,-2 10-75-16,6 4-41 15,12 10 11-15,0-2 9 16,8 5 0-16,-1-3-50 15,1 22-66-15,-9-2 4 16</inkml:trace>
  <inkml:trace contextRef="#ctx0" brushRef="#br0" timeOffset="30574.88">13494 12344 1143 0,'3'39'213'0,"8"41"94"16,15 28-646-16,16 8-7 15,1-11-121-15</inkml:trace>
  <inkml:trace contextRef="#ctx0" brushRef="#br0" timeOffset="33461.8">13719 5055 757 0,'17'-7'115'0,"13"-12"89"16,5-4-228-16,23-10 1 16,5 0 15-16,19-4 2 15,-5 8 4-15,11-1-1 16,11 2 3 0,1-1 0-16,-1-2 0 15,0-2 1-15,-1-1 0 16,-23 5 0-16,10-1-2 15,-13 6 1-15,8 6-2 16,-9 9 0-16,5 7-2 16,-12 9 0-16,3 11 2 15,-12 9 0-15,7 10 0 0,-6 4 1 16,7 18 1 0,-10-1 0-16,-2 15 1 15,-13 3 0-15,-9 10 2 0,-14-9-1 16,-7 6 0-16,-11-11-1 15,-8 4 0-15,-7-6 1 16,-8 8 4-16,-3-11-9 16,-12 9-197-16,0-16 64 15</inkml:trace>
  <inkml:trace contextRef="#ctx0" brushRef="#br0" timeOffset="34794.26">11883 1502 818 0,'-51'-7'162'0,"-1"3"80"15,9 7-250-15,-2 13-10 16,10 8-2-16,-5 23-7 16,5 6 1-16,-6 17 3 15,-8 15-6 1,-3 7 22-16,-6 6 3 0,1 3 1 15,4 1-2-15,17-17-3 16,8 11 1-16,21-10-1 16,15 14 3-1,14-11 2-15,20 6 3 0,8-13-2 16,12-3-4-16,0-26-7 16,13-4 0-16,-3-16 2 15,21-13 3-15,-3-14 6 16,14-22 9-16,-7-13 4 15,17-17 5-15,-17-12 0 0,7-25 5 16,-13-5-1-16,6-22 1 16,-21 7-5-16,0-18 3 15,-16 14-5-15,-11-7 2 16,-22 17-1-16,-11-12 2 16,-16 14-3-16,-15-11 6 15,-10 15 0-15,-15-5 5 16,-9 18 0-16,-15 5 8 15,0 23-6-15,-13 3-5 16,-1 15-8-16,-19 10-7 16,7 14-10-16,-13 14-3 15,8 11-3-15,-10 14-2 16,15 10-1-16,-13 16-3 16,18 10-2-16,-7 27 1 15,12 6 4-15,-12 22 3 0,15 2 4 16,-12 16 3-16,15-14 3 15,6 12-5-15,29-19-3 16,15 2-3-16,21-24-4 16,21 7-1-16,15-21 3 15,22 4 2-15,11-20 3 16,24-4 2-16,3-22 2 16,25-18 2-16,0-25 0 0,27-27 1 15,-8-19 2-15,29-17-1 16,-18-9-2-16,13-24 1 15,-23 2-1-15,9-14 2 16,-34 8 1-16,-4-20 3 16,-28 15 0-16,-12-7 3 15,-33 17-1-15,-21-9 3 16,-22 22-1-16,-22-5 4 16,-14 15-4-16,-23-2-2 15,-8 12-4-15,-22 8-1 16,-1 24-5-16,-26 10-3 15,3 22 1-15,-20 25-1 16,16 14-1-16,-25 21-2 16,22 7 3-16,2 7 0 15,29-9 1-15,6 5-5 16,33-12 1-16,9 13-3 0,19-1 1 16,11 19-74-16,17 0-145 15,15 17-3-15,10-15-121 16</inkml:trace>
  <inkml:trace contextRef="#ctx0" brushRef="#br0" timeOffset="42370.79">13553 5365 406 0,'-8'14'92'0,"2"-9"69"15,6-4-102-15,1-1 17 16,-1-1 4-16,0 0 2 0,0 0-33 15,2-2-9-15,11-2-25 16,23-24-2-16,43-37-2 16,-26 23 4-16,19-32 12 15,7-12-8 1,13-16 4-16,6-13-5 16,3-9 0-16,-20 24-6 15,0 2-5-15,-21 19-3 16,-10 6-1-16,-9 22 0 0,1 4 3 15,-8 9 0-15,-2-4-1 16,-8 12-1-16,-3 2 2 16,-13 13-3-16,-4 7-33 15,-7 8-28-15,-14 11-187 16,-12 13-9-16,-20 21-88 16</inkml:trace>
  <inkml:trace contextRef="#ctx0" brushRef="#br0" timeOffset="42739.39">13801 4390 826 0,'16'-8'135'0,"-18"9"79"15,5 14-246-15,-3 6-9 16,3 18 9-16,-1 13 21 16,-8 23 11-16,-3 1 3 15,-6 21 0-15,-9-5 1 0,-9 18-1 16,3-17-2-16,-8 17 2 16,4-12 0-16,4 1-4 15,9-28 0-15,8 2-5 16,16-25-4-16,19-12-6 15,12-15 5-15,24-17 5 16,11-14 6-16,30-27 9 16,6-16 6-16,27-23 6 15,-8 1-5-15,24-23-226 16,-22 6 76-16</inkml:trace>
  <inkml:trace contextRef="#ctx0" brushRef="#br0" timeOffset="43505.95">11868 2511 822 0,'8'0'97'0,"-8"-8"101"15,33-12-245-15,44-19-23 16,20-9 72 0,21-25 2-16,11-7-2 15,15-9 0-15,-24 10 1 16,17-12 1-16,-3 10 0 16,21-19 0-16,-13 10-1 0,19-11 0 15,-14 12-2 1,8-2-2-16,-26 19 0 15,13-1 0-15,-27 11-1 16,-1 1 3-16,-22 12 0 0,-4 6 2 16,-28 11-2-16,-13 8 3 15,-22 11 0-15,-7 0-10 16,-16 10-20-16,-16 11-181 16,-16 7 42-16</inkml:trace>
  <inkml:trace contextRef="#ctx0" brushRef="#br0" timeOffset="44041.25">12089 1864 1100 0,'-17'5'177'0,"5"-9"108"16,4 1-398-16,7 3 12 16,1-1-3-16,-1 1 16 15,0 0 17-15,-2 1 59 16,-20 24 6-16,-44 43 7 0,22-23 1 16,2 5 0-16,-9 12 0 15,3 3 0-15,-8 11 0 16,4 1 1-16,-4 16 2 15,10-4 2-15,3 9-1 16,16-10-2-16,13-2-2 16,17-25-2-16,11-4-1 15,12-19 0-15,16-1 9 16,14-10 6-16,30-5 9 16,7-12 3-16,36-16 6 15,11-14-9-15,37-13 3 16,-1-8-61-16,42-22-213 15,-34-5 55-15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6-11T16:57:55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16413 14572 449 0,'-38'7'275'15,"16"-9"-71"-15,9-4-152 16,7 3-293-16,12 0-25 15</inkml:trace>
  <inkml:trace contextRef="#ctx0" brushRef="#br0" timeOffset="672.14">16789 14458 11 0,'87'-22'46'16,"15"-4"10"-16,-6 1 6 16,17-4 6-16,-7 4-7 15,16-7-15-15,-11 1-25 16,19 0-4-16,-10 5-10 15,15 0-1-15,-13 7 0 16,21 4 14-16,-17 7 6 16,8 4 9-16,-18 4-5 15,14 1 3-15,-18 2-11 16,9 2 0-16,-14-4-5 0,18 0 4 16,-12-1-3-16,8-2-3 15,-10-4-6-15,21-2-2 16,-15-1-4-16,7 0 0 15,-10-1 0-15,18 4 0 16,-19 3-1-16,5 6-1 16,-10 1 0-16,14 4-2 15,-14 3-1-15,12 1 1 16,-7-2-1-16,21-1 0 16,-14 0 1-16,9-1 0 15,-13-3-1-15,19 0 5 16,-18 0-1-16,1-1-3 15,-13-1 0-15,13 0 1 16,-19-1-3-16,9-1 2 16,-7-2 6-16,14-1 0 15,-10 2 0-15,15 0 1 0,-13 4-1 16,15-2-1-16,-11 3-2 16,11-2 0-16,-19 2-1 15,7 2-3-15,-16-1 2 16,3 0 2-16,-17 1 3 15,10-1 49-15,-15-4 9 0,7-3 7 16,-13-2 1 0,6-8 2-16,-9 0-14 0,4-3 0 15,-17 0-6-15,-2 0 4 16,-18 6-1-16,-7 0-28 16,-14 5-6-16,-1 1 13 15,-8 2 10-15,-1-2 20 16,0 2 2-16,-2 0 7 15,0 0-14-15,0-1-15 16,0 0-26-16,0 0-86 16,0 0-294-16,24-8 65 15</inkml:trace>
  <inkml:trace contextRef="#ctx0" brushRef="#br0" timeOffset="10503.49">22109 17744 536 0,'-5'1'385'16,"0"-3"-83"-16,5 2-99 16,0-2-133-16,0 2-85 15,0-1-41-15,0 1-21 16,0 0-21-16,1 0 7 16,16-1 11-16,18 0 40 15,52 0 19-15,-32 0 20 16,4-2 2-16,-6 1-1 0,8 1 0 15,-8-2-2-15,14-1 2 16,2 1-1-16,13 0-1 16,-6 1-1-16,14-1 3 15,-12-1-3-15,16-2 3 16,-5-3 4-16,22-6 2 16,-8-3-2-16,27-13 4 15,-12-4-2-15,3-10 0 16,-17 1 1-16,4-11 12 15,-24 5 10-15,8-10 23 16,-12 7 11-16,6-10 5 16,-12 2-12-16,12-10-10 15,-17 6-22-15,9-17-11 16,-9 9-7-16,-2 1 7 16,-20 8 5-16,-7 0 32 0,-17 16 22 15,-9 2 34-15,-6 9 2 16,-4-9-8-16,0 9-26 15,-3-1-5-15,-1 8-30 16,-4-5-2-16,-3 12 2 16,-1-3 9-16,-2 3-10 15,-5-3 0-15,-2 4-5 16,-6-7-3-16,-4-1-16 16,-19-17-23-16,-7-4-9 0,-3-4 1 15,6 8 4 1,3 6 9-16,21 17 15 0,4 3 6 15,9 8-4-15,-9-5-7 16,-4-4-9-16,-20-11-46 16,-13-7-12-16,-26-13-21 15,-4 3 5-15,-5-7 7 16,17 11 46-16,-26-4-42 16,6 13 1-16,-12 1 0 15,1 4-3-15,-17 0 4 16,30 11 52-16,6 2 22 15,14 4-2-15,-2 0 6 16,15 9-3-16,-8-2-1 16,3 1-1-16,-22 5-5 0,-3 4-9 15,-20-1-2 1,-3 11 0-16,-19 9-1 0,22-2 5 16,7 2 0-16,22-1 2 15,4-1-8-15,23 1-81 16,-13 17-242-16,5 5 43 15</inkml:trace>
  <inkml:trace contextRef="#ctx0" brushRef="#br0" timeOffset="15083.18">8936 14819 879 0,'17'-5'154'0,"3"0"91"16,-2-3-260-16,20-9-6 15,14-5 11-15,28-11 8 16,6-7 6-16,14-5-3 16,-5 3 0-16,11-6-2 15,-9 9 3-15,14-4-8 16,-8 7 2-16,15-4 3 15,-10 6-1-15,19-7-2 16,-24-1 6-16,12-12 1 16,-12 0-2-16,18-2-1 15,-25 9 1-15,24 6-120 0,-11 16-94 16,5 11-33-16,-31 9-140 16</inkml:trace>
  <inkml:trace contextRef="#ctx0" brushRef="#br0" timeOffset="15368.9">11584 15021 97 0,'75'-19'57'15,"-2"-4"19"-15,15-7-13 16,2-1 5-16,24-6 26 16,-8 5-26-16,18-11 17 15,-9 3-3-15,21-7-6 16,-18 2-26-16,13-7-5 16,-12 7-30-16,20-2-11 15,-19 10-12-15,24 2-170 16,-14 13 54-16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6-11T16:58:17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19539 4312 461 0,'-31'-41'201'0,"8"9"-6"16,-2 0-82-16,8 9-114 16,7 4-2-16,5 10-3 0,11-4-21 15,10 4-2-15,17-6-12 16,10 0 5-16,30-8 3 16,11 0 18-16,27-7 2 15,3 1 15-15,31-6 3 16,-3 5 0-16,25-3-1 15,-10 9 3-15,25 2-7 16,-17 10-4-16,20 2 1 16,-19 7 1-16,17 3-4 15,-26 6 3-15,12-1-4 16,-31 3-48-16,9 5-101 16,-31 0 17-16</inkml:trace>
  <inkml:trace contextRef="#ctx0" brushRef="#br0" timeOffset="406.39">19885 5709 683 0,'110'-33'100'16,"3"6"83"-16,36-8-221 15,14 5 34-15,43 2 1 16,-9 10 3-16,27 6 1 15,-26 5-1-15,10 0 0 16,-39 5 2-16,2-3-2 16,-36 0 2-16,5 3 2 15,-27 1-1-15,4 4 3 16,-22 3 0-16,2 10 0 16,-23 3-1-16,-4 12-10 15,-20 3-42-15,-17 11-77 16,-26 1-68-16,-31 19-42 0</inkml:trace>
  <inkml:trace contextRef="#ctx0" brushRef="#br0" timeOffset="747.81">20014 8202 494 0,'79'3'90'16,"-9"-11"52"-16,60-5-148 16,27 1 2-16,48-2 1 15,0 3 9-15,41 1-3 16,-20 3-2-16,24 0 2 15,-30 1-2-15,13 1-2 16,-41 0-1-16,9 3 2 16,-40 3-2-16,-2 6 1 15,-32 5 1-15,2 14-43 16,-31 5-49-16,-10 23-52 16,-32 7-44-16</inkml:trace>
  <inkml:trace contextRef="#ctx0" brushRef="#br0" timeOffset="1051.33">21517 10868 410 0,'7'32'54'0,"18"-14"57"15,15-11-118-15,37 1 8 16,19-1 16-16,49-5 1 16,12-3 0-16,35 0-4 15,-12 2-8-15,21 0-3 16,-37 2-1-16,7 4-5 16,-37-1-2-16,-12 2-4 15,-36 2-10-15,-11 9-28 16,-33 6-7-16,-21 21-19 15,-20 12-48-15,-25 31 12 16</inkml:trace>
  <inkml:trace contextRef="#ctx0" brushRef="#br0" timeOffset="1521.54">21999 13447 64 0,'31'96'244'0,"27"6"-63"16,10-32-17-1,24-13-3-15,3-23-97 0,20-14-35 16,-2-21-27 0,23-6-2-16,-4-4 2 0,31-8 1 15,-19 0 3-15,13 12-2 16,-18 15 1-16,4 8-3 15,-38 12-2-15,0 5-2 16,-31-6-2-16,-12-2-3 16,-20-5 2-16,-3-1 2 15,-10-3 1-15,1 3 1 16,-7-2 2-16,1 3 3 16,-4 3 1-16,0 6 0 15,-3-2 3-15,0 7 0 16,-2-2-2-16,1-3-3 15,-5-7-1-15,2 0-2 16,-4-7-2-16,1 0 0 0,-2-5 2 16,1 3 1-1,0-2 0-15,0-3 0 0,-2 0-1 16,0 0-2-16,-2-2-2 16,-2 3-23-16,1 5-48 15,-2 8-114-15,-3 2 0 16</inkml:trace>
  <inkml:trace contextRef="#ctx0" brushRef="#br0" timeOffset="2319.4">22595 13026 1097 0,'9'46'335'0,"-3"-42"49"15,3-5-273-15,15-6-128 16,34-13-7-16,1-6 7 16,24-18-1-16,10-30 7 15,34-32 3-15,-17-5 9 16,36-17 1-16,-5 18 0 0,7 22-3 16,-32 35 2-16,7 13-1 15,-24 19 1-15,12-3-1 16,-15 3-10-16,26-2-51 15,-5 6-56-15,25 4-150 16,-10 11-101-16,7 3-62 16</inkml:trace>
  <inkml:trace contextRef="#ctx0" brushRef="#br0" timeOffset="36095.79">5153 6113 645 0,'4'33'185'16,"-7"-18"14"-16,2-9-176 16,7 2-74-16,6 7 1 15,4 6 22-15,6 2 14 16,1-2 17-16,-1-3-5 16,-4-10-5-16,3-12-6 15,-6-11-1-15,-3-12 1 16,-1-11 10-16,-5-19 3 15,-3-5 1-15,-4-10 2 16,-4 9 3-16,-3 2 1 0,-2 19 1 16,-6 11 3-1,-3 14 11-15,0 5 3 0,1 10-5 16,1 8-6-16,0 8-4 16,0 12-19-16,0 9-8 15,4 18 0-15,2 3 1 16,7 8 1-16,7-9 6 15,5 3 3-15,7-16 2 0,1-2 2 16,0-12 3-16,2-2-2 16,-3-11-3-16,0-9-1 15,-3-9 1-15,4-12 5 16,-1-7 7-16,-1-11 7 16,-6-6 2-16,-3-18 5 15,-7-2-4-15,-5-13 1 16,-5 3-6-16,-5-10 7 15,-5 14-4-15,-11-6 7 16,-1 16 5-16,-6 0 17 16,5 13-1-16,2 6 11 15,7 17-5-15,6 7-16 16,5 13-25-16,-3 17-19 16,5 12-13-16,-5 21-5 15,0 15 8-15,-4 32 6 16,6 5 11-16,3 16-6 0,7-8-1 15,11 15-1-15,10-21 0 16,13-1 0-16,11-19 8 16,17-12-5-16,7-31 4 15,10-17-6-15,-4-28 3 16,11-27-1-16,-6-14 6 16,10-21-4-16,-11-3 7 15,-1-12 1-15,-15 19 1 0,-10 3 1 16,-22 17 2-16,-3 5-3 15,-10 14 0 1,-3 1-4-16,-4 11-8 0,2 6-75 16,-4 10-38-16,4 20-106 15,-4 12-49-15</inkml:trace>
  <inkml:trace contextRef="#ctx0" brushRef="#br0" timeOffset="37293.28">6254 4967 772 0,'-12'-11'157'0,"5"10"45"16,2 13-230-16,2 29-9 15,-4 17-3-15,-8 28-6 16,-5 13 17-16,2 15 3 16,3-20-7-16,12-4 1 15,14-26 11-15,12-14 6 16,10-24-2-16,20-11 12 16,5-15 2-16,23-13 1 15,3-5 9-15,8-1-3 16,-14 4 0-16,2 9-2 15,-27 9 1-15,-3 11-3 16,-20 7 5-16,-15 11 4 0,-22 3 3 16,-22 13 1-16,-13-2 2 15,-15 0 3-15,-4-11-3 16,-6-15 54-16,10-24-9 16,-3-27-13-16,12-15-9 15,4-32-17-15,18-12-58 16,15-44 5-16,12-4 6 0,25-40 2 15,16 17 15-15,18-27-2 16,-3 27 3-16,7 5 1 16,-16 40 6-16,-9 11 0 15,-20 37 10-15,-6 20 31 16,-15 25 25-16,-4 7 6 16,-3 12-4-16,-5 9-13 15,-1 7-38-15,-1 13-30 16,2 7-16-16,4 22-3 15,4 12 9-15,12 23-8 16,6-2 4-16,11 11-1 16,10-13 2-16,12 8-2 15,1-16 15-15,14 17 10 16,1-7 12-16,6 16 4 16,-10-7 8-16,7 18 4 15,-11-18-5-15,-3 7-65 0,-7-15-97 16,0-1-82-16,-17-22-73 15</inkml:trace>
  <inkml:trace contextRef="#ctx0" brushRef="#br0" timeOffset="38231.39">7074 4903 1231 0,'18'-9'230'0,"-9"1"102"16,-16 8-386-16,14 10-8 16,1 10 6-16,7 17 7 15,5 9 22-15,6 16 18 16,1-2 7-16,8 0-2 16,-2-15-4-16,8-9-16 15,-2-17-7-15,0-7-29 16,-5-11 0-16,-2-10-1 15,-8-7 16-15,1-19 6 16,-6-9 26-16,-2-18-3 16,-6-4 5-16,-11-6 14 15,-12 12 9-15,-13 0-2 16,-10 15 5-16,-12 6 14 0,1 7 5 16,-11 13-11-16,5 14 0 15,-11 19-5-15,2 21-16 16,-11 17-23-16,11 5 5 15,8 5-6-15,23-11-6 16,18-9-34-16,20-20-16 16,19-16-9-16,12-15 7 15,19-28-28-15,4-15 7 0,18-24-17 16,-5-10 3-16,9-22-1 16,-13 13 31-16,0-5 41 15,-20 20 56-15,-11 13 52 16,-19 30 29-16,-8 9 53 15,-9 16-5-15,-2 6-24 16,-2 4-49-16,3 3-41 16,-3-1-51-16,0 1-12 15,1 5 6-15,9 30 1 16,10 36 12-16,-7-25 0 16,2-7 9-16,5 3 4 15,2-11 7-15,3-2 3 16,-2-12 5-16,7-7 4 15,2-16 0-15,14-23 10 16,2-14 0-16,10-19-1 0,-9-5-3 16,-3-6 1-16,-18 12-7 15,-8-5 5-15,-12 8 5 16,-7-2 10-16,-2 8 8 16,-5 2 48-16,-2 19 5 15,0 9 2-15,2 13-18 16,-1 10-30-16,3 8-58 0,-1 15-21 15,1 9-9-15,7 14 0 16,3 2 17 0,11 3 3-16,7-15 7 0,14-8-3 15,1-21 3-15,19-18 0 16,0-20 6-16,13-38 6 16,-5-11 10-16,-7-16 3 15,-20-1 3-15,-13-13 2 16,-22 24 1-16,-17-5 11 15,-11 11-5-15,-14 7 15 16,-6 22-4-16,-14 19-27 16,-2 29-18-16,-4 34-42 15,11 26-73-15,4 43-186 16,19 10 17-16</inkml:trace>
  <inkml:trace contextRef="#ctx0" brushRef="#br0" timeOffset="39113.81">6041 8124 888 0,'-1'-39'155'0,"-8"15"94"16,22-22-272-16,13-2 3 15,8-8 0-15,3 3 9 16,5-5 0-16,-9 6 5 16,-4-6 3-16,-8 5 6 15,-7-11 1-15,-7 7 1 0,-11-5 0 16,-4 12 5-16,-8 4 4 16,-5 16 1-16,-10 8-1 15,1 15-3-15,-10 9-15 16,2 12-9-16,-2 14-11 15,11 5-3-15,1 17-1 16,11 0 8-16,8 3 1 16,8-7 7-16,8 3-1 15,7-14 5-15,11-1-5 16,5-7 4-16,12-3 0 16,-3-9-6-16,8-7 3 15,-5-12 6-15,3-11 0 16,-11-4 3-16,4-15 9 15,-11-2-2-15,-4-12 0 16,-9 1 0-16,-7-14-2 16,-12 6-2-16,-7-2 8 15,-9 14 12-15,-10 6 30 0,-2 14 8 16,-5 8 15-16,6 9-8 16,-1 3-19-16,6 10-35 15,2 15-17-15,6 9-16 16,2 21-5-16,9 5 2 15,9 5-3-15,12-7 11 0,9-2 0 16,8-16 7-16,18-10-12 16,4-16-6-1,22-17-81-15,9-19-67 0,15-40-71 16,-4-13-63-16</inkml:trace>
  <inkml:trace contextRef="#ctx0" brushRef="#br0" timeOffset="39360.78">7114 6264 669 0,'-25'-30'208'0,"0"15"32"15,0 15-203-15,0 19-10 16,4 17-30-16,3 25-19 16,6 14 0-16,15 22 6 15,14 0 2-15,21 23-4 16,9-11 12-16,13 9-12 0,-2-16-2 15,12 8 4-15,-5-21 7 16,13 7 1-16,-4-10 17 16,3 4-27-16,-15-17-47 15,-5 5-136-15,-20-22-5 16,-22 25-92-16</inkml:trace>
  <inkml:trace contextRef="#ctx0" brushRef="#br0" timeOffset="40442.05">7167 8124 1093 0,'-39'-30'169'16,"30"6"124"-16,-1-42-360 16,12-9 40-16,22-29-6 15,14-13 9-15,22-32-5 16,6 14-2-16,18-18-25 16,-9 12 1-16,11-10-2 15,-18 30 7-15,4-17 13 16,-19 22 27-16,2-2 3 15,-13 27 6-15,-4 9 3 16,-16 33 7-16,-6 16 32 16,-13 22 6-16,-13 12-3 15,-9 8-1-15,-12 15-10 16,-1 6-32-16,-5 18-11 16,11 3-1-16,4 26-2 15,11-3 3-15,2 15-2 0,9-7 4 16,6 3-1-16,3-21 0 15,7-4-1-15,5-19 4 16,7-7-4-16,-3-17 3 16,7-10-2-16,-2-15 1 15,8-22 2-15,-1-16 4 16,4-19-1-16,-9-1 4 0,-6-7-1 16,-11 10 0-16,-11 3 7 15,-11 19 9-15,-5 4 33 16,4 13 10-16,-1 9-2 15,6 11-14-15,0 6-18 16,7 3-32-16,-4-5-11 16,0 1 0-16,7 13 5 15,5 7 11-15,30 31-1 16,-24-45 2-16,8-13-1 16,1-12 4-16,11-27 2 15,3-13 3-15,6-17-4 16,-2 1 0-16,-5-10-2 15,-13 16-1-15,-11-1 0 16,-14 11 4-16,-10 1 4 16,-7 15 3-16,-1 6 4 15,1 18 1-15,4 8-8 0,3 8-11 16,-1 15-3-16,5 9-6 16,2 14-7-16,2 6 6 15,9 9-3-15,9-7-3 16,16 0 1-16,6-11 4 15,11 3-3-15,-1-7 11 16,14 2 7-16,-6-2 1 16,6 4 3-16,-6-4 1 15,-1 7-3-15,-12-3-3 0,-10 10 0 16,-17-3 0-16,-12 10 5 16,-12-9 1-16,-10-4 6 15,-2-11 5-15,-4-10 17 16,2-15-1-16,-5-20-9 15,3-14-6-15,0-30-10 16,7-18-20-16,7-25-3 16,9-7 7-16,16-34 0 15,5 14 5-15,6-25 0 16,2 6 3-16,3-8 1 16,-7 30 1-16,-5-14 4 15,-10 29 0-15,-9-1-1 16,-7 24 6-16,-10 10 10 0,-8 25-1 15,-14 6 8 1,1 21 5-16,-8 7-9 16,4 9-14-16,2 14-13 15,15 14-13-15,4 14-15 16,12 9 1-16,7 21-14 0,11 3 8 16,9 21 0-16,10 6 13 15,15 12 3-15,6-8 19 16,13 17 1-16,-7-12 6 0,15 4 6 15,-10-12-43 1,13 4-238-16,-9-17 74 0</inkml:trace>
  <inkml:trace contextRef="#ctx0" brushRef="#br0" timeOffset="40608.26">9124 5680 1291 0,'6'-67'233'0,"18"-9"133"16,27 2-382-16,27 1-150 15,6 25-100-15,8 24-108 16,-19 29-146-16</inkml:trace>
  <inkml:trace contextRef="#ctx0" brushRef="#br0" timeOffset="41105.72">7326 9458 634 0,'-3'25'387'0,"3"-3"-86"16,1-23-49-16,23 8-281 16,12 2 4-16,17 4 13 15,5-3 13-15,3-1-9 16,-10-6-5-16,-3-3-14 16,-17-6-4-16,-7-6-2 15,-9-10 7-15,-8-14 5 16,-3-8 11-16,-5-15 7 15,-5-1 3-15,-3-2 4 16,-2 13 2-16,-8 4-1 16,-3 18 1-16,-9 11-4 15,-3 12-4-15,-10 15-2 0,2 10 3 16,-6 12-2-16,8 5 2 16,4 5-2-16,17-6-1 15,6 3-3-15,12-7 0 16,7 3 0-1,6-5 3-15,8-1 1 0,1-7 2 16,10-10-4-16,0-8-1 16,9-18-2-16,-4-10-25 15,8-24-163-15,0-9-63 0,2-8-56 16</inkml:trace>
  <inkml:trace contextRef="#ctx0" brushRef="#br0" timeOffset="41966.35">8213 8098 544 0,'8'-51'139'16,"-9"34"80"-16,1 3-130 16,-1 8 4-16,-2 7-5 15,-1 11-19-15,-10 17-37 16,-3 16-30-16,-4 24-23 15,0 13 2-15,2 31 10 16,8 0 9-16,8 19 1 16,7-11 11-16,10 5-1 0,8-32-7 15,16-3-3 1,8-33 0-16,19-15-4 0,2-24-1 16,13-20-6-16,-5-22-2 15,6-33 1-15,-14-18 3 16,7-36 1-16,-10 1 5 15,0-18-1-15,-14 16 0 16,-5-3 1-16,-20 31 3 16,-10 5 3-16,-12 25 7 0,-5 15 23 15,-2 22 9-15,-1 8 0 16,-1 9-7-16,-2 16-6 16,-4 7-26-16,-5 21-12 15,0 12 1-15,-1 14-2 16,8-6 4-16,6-1 1 15,9-19-2-15,9-7-6 16,5-16-1-16,9-11-14 16,0-11 2-16,4-13-4 15,-2-13 4-15,-1-17-4 16,-6-9 13-16,0-16-1 16,-9 8 7-16,-4-2 1 15,-4 14 11-15,-3 10-4 16,0 19-7-16,3 1-11 15,2 10-5-15,10 8 2 0,4-1 5 16,9 2 9-16,4 0 8 16,6-3 3-16,-3-4-2 15,8-6 1-15,-4-9 4 16,9-30 5-16,-2-17 1 16,6-25 1-16,-11-1 0 0,-6-8-2 15,-19 19-3 1,-17-1 0-16,-16 21 4 0,-13-5 1 15,-7 11 1-15,-10-3-2 16,-5 14 5-16,-15 1 8 16,4 9 5-16,-6 4 26 15,11 13 4-15,5 10-4 16,18 6-14-16,6 13-14 16,11 13-29-16,5 17-18 15,8 8-2-15,14 21-5 16,11 5 6-16,17 10-3 15,13-8 14-15,17 14 3 16,-2-15 2-16,8 3-92 16,-8-11-87-16,1-8-82 15,-18-24-101-15</inkml:trace>
  <inkml:trace contextRef="#ctx0" brushRef="#br0" timeOffset="42117.74">9346 8074 1206 0,'-3'-40'207'16,"9"-25"122"-16,9-11-375 15,28-25-37-15,15-12-94 16,25-26-166-16,-2 8-21 16</inkml:trace>
  <inkml:trace contextRef="#ctx0" brushRef="#br0" timeOffset="42309.66">10029 6321 862 0,'-4'-23'209'16,"9"17"64"-16,-9 6-276 15,7 7-20-15,-3-6-11 16,4 22-7-16,24 82 14 16,-7-23 25-16,5 30 13 15,5 6 2-15,9 19 6 16,-5-13-6-16,7 27-58 15,-4-8-52-15,-2 13-157 16,-13-14-23-16</inkml:trace>
  <inkml:trace contextRef="#ctx0" brushRef="#br0" timeOffset="43193.86">9271 9422 1394 0,'-33'25'269'0,"0"-1"133"16,6-29-435-16,11 31 11 16,8 2-9-16,2 23 1 15,1 4 10-15,5 16 1 16,6 1 9-16,7 7 0 15,5-18-12-15,11-2-17 16,6-17-5-16,12-14-19 16,8-15 0-16,16-11 8 15,-1-15 13-15,15-26-5 16,-1-12 13-16,11-29-22 16,-10-7-10-16,-2-10-7 15,-20 11 11-15,-14-11 8 16,-24 18 28-16,-12-6 17 15,-11 15 18-15,-7 6 16 16,-7 24 17-16,-2 14 36 0,3 17-2 16,-2 9-9-16,-1 11-18 15,0 17-21-15,2 5-39 16,3 17-6-16,4 2 3 16,12 10-3-16,7-10 7 15,6 0-1-15,2-11 6 16,9-3-2-16,-1-16 5 15,11-8-11-15,0-8 4 0,10-12-4 16,-4-9 5-16,3-8-6 16,-11-6 10-16,-7-2-3 15,-13 6 8-15,-9-1 12 16,-11 5 6-16,-7 0-2 16,0 3 0-16,-1-1-8 15,2 4-14-15,6-1-7 16,6 4 0-16,9-6-2 15,7-1 2-15,12-10 3 16,5-3 7-16,14-14 0 16,-1 0 1-16,9-20-5 15,-10-3-4-15,-3-19-1 16,-17 4 1-16,-8-15 0 16,-18 7 7-16,-9-19 3 15,-10 15 4-15,-12-6 2 0,-5 13 0 16,-13 6 29-16,1 25 8 15,-3 4 11-15,10 20 32 16,6 7 14-16,11 13-30 16,6 7-17-16,10 12-22 15,0 17-45-15,3 8-16 16,3 19-11-16,5 13 8 0,8 25-4 16,8 1 11-1,16 17 5-15,9-5 17 0,17 16 5 16,2-19 12-16,12 2 2 15,-10-20-14-15,6-9-146 16,-12-23-180-16,-3-7 2 16</inkml:trace>
  <inkml:trace contextRef="#ctx0" brushRef="#br0" timeOffset="43375.94">10610 8964 1292 0,'-24'-38'234'0,"9"-33"135"15,18-30-403-15,17-11 16 0,19-2-89 16,17-19-193 0,3 23-69-16,9-16-125 0</inkml:trace>
  <inkml:trace contextRef="#ctx0" brushRef="#br0" timeOffset="43655.43">11123 7572 406 0,'-2'-1'305'15,"-4"-1"-42"-15,-2-4-103 16,2-1-29-16,1 1-91 0,7-4-38 16,8-4-16-16,20-9-9 15,10-1-7-15,20-3 7 16,6 9 9-16,3 14-5 15,-12 16 3-15,-3 17-1 16,-19 10 4-16,-3 12 0 16,-13-2 5-16,-5 4 5 15,-8-13 7-15,-2-5-3 16,-1-12 4-16,2-7 4 16,4-10-2-16,6-9 5 15,6-15-15-15,5-19-224 16,-10-18 74-16</inkml:trace>
  <inkml:trace contextRef="#ctx0" brushRef="#br0" timeOffset="44255.88">8245 10689 1190 0,'-17'15'318'16,"2"-9"53"-16,14 3-310 15,14 5-105-15,11 14-5 16,7 3 18-16,13 7-15 15,0-5-2-15,7-5-7 16,-4-16 3-16,0-9 0 16,-9-16 29-16,-2-19 8 15,-9-10 10-15,1-20-1 16,-4-1 10-16,-4-5 1 16,-8 13 2-16,-9 7 4 15,-9 17 4-15,-10 9-2 16,-6 12 1-16,-5 7-3 0,4 6-3 15,-4 7 0-15,1 0 2 16,1 10-6-16,4 5-4 16,-2 13-3-16,7 1-9 15,13 10-5-15,11-5 2 16,22-6-13-16,15-21-3 16,24-22-2-16,9-26 1 15,18-24 1-15,-12-7 19 16,-6-27 8-16,-25 16 8 0,-18 7 28 15,-28 14 7-15,-21-1 16 16,-12 28 23-16,-19 3 1 16,-4 7-23-16,-9 19-17 15,8 22-26-15,4 30-42 16,15 11-16-16,10 35-167 16,23 1-144-16,18-7-10 15</inkml:trace>
  <inkml:trace contextRef="#ctx0" brushRef="#br0" timeOffset="67449.21">3159 8731 609 0,'8'-13'158'0,"2"-8"35"16,3-2-168-1,17-19-36-15,8-13-4 0,17-27 3 16,5-2 5-16,11-16 1 15,-7 11 4-15,21-18 2 16,-18 14 1-16,7-13 1 16,-10 12 1-16,0-12-3 15,-21 20-2-15,17-10 2 16,-8 14-2-16,10-7-1 16,-5 14 1-16,8 3 2 15,-10 13-2-15,5-3 1 16,-11 12-2-16,-2 1-21 15,-9 8-22-15,-2 10-55 16,-12 13-55-16,-4 7-26 16,-11 8-43-16</inkml:trace>
  <inkml:trace contextRef="#ctx0" brushRef="#br0" timeOffset="67959.49">3490 7264 860 0,'-5'-8'222'0,"2"0"23"15,4 14-262-15,13-11-102 16,9-4 12-16,21-6-5 16,11-5 35-16,16-4 32 15,-1 0 26-15,6-5-2 16,-11 3 5-16,6-5 1 16,-10 2 6-16,6-2 0 15,-12 5 1-15,3 1-1 16,-12 6 3-16,6 1 3 15,-11 8 2-15,5 4 2 16,-8 6 1-16,1 6-3 16,-10 5-2-16,-1 8 0 0,-8 1-4 15,-1 7 1-15,-6-3-1 16,-4 5 0-16,-3-4-1 16,-3 4 6-16,-3 1 12 15,-9 24 35-15,-5 8 8 16,-4 24 3-16,0 6-6 0,1 19-11 15,7-9-47-15,2 31-182 16,-2-2 50-16</inkml:trace>
  <inkml:trace contextRef="#ctx0" brushRef="#br0" timeOffset="84528.71">15299 2880 1102 0,'-21'-25'215'16,"21"27"108"-16,-12-9-377 16,9 6-16-16,-1 1-41 15,2 6 2-15,1-6 0 16,0 3 40-16,1 36 22 15,2 49 33-15,3-18-3 16,5-1 1-16,6 10-2 16,4-11 5-16,6 8 8 15,-1-13 10-15,4 10 6 16,-4-6 3-16,2 5 0 16,-6-16-8-16,-1-13-51 15,-10-17 0-15,-3-12 29 16,-12-25-36-16,-7-27-62 15,-3-18 61-15,-5-28 21 16,-1-11-29-16,1-28 52 0,6 12 97 16,0-3 41-16,0 19-18 15,1 0 7-15,5 29-19 16,5 1-34-16,5 15-58 16,11 2-17-16,8 14-12 15,7 12-13-15,1 16-5 16,6 17-14-16,-2 13 8 15,9 17 1-15,-2 6 8 16,10 15 12-16,-6 2 19 16,4 17 5-16,-9-6 7 0,2 7 6 15,-8-13-1-15,0-6 0 16,-8-24-2-16,-5-10 7 16,-9-16 5-16,-4-7 20 15,-6-10 19-15,1-12 0 16,2-17-13-16,1-27 17 15,0-13-25-15,0-15-11 16,-4 7 6-16,-4 3 4 16,2 14-27-16,5-5 4 15,0 16-9-15,4 8-21 16,0 10-10-16,5 20-9 16,0 22-5-16,10 10-8 15,8 7 12-15,14 13 6 16,0 1 11-16,11 4 5 15,-5-6 10-15,8-5 2 0,-8-9 4 16,11-6 2 0,-8-8-1-16,8-8 0 0,-7-8 0 15,4-14 0-15,-9-10-2 16,-2-24-4-16,-8-7 1 16,-2-17-2-16,-12 3 0 15,-3-4 3-15,-8 17 2 16,-4-1 2-16,-8 16 2 0,-3 5 6 15,-3 14 1-15,-3 9-3 16,0 13-7-16,-3 15-5 16,-4 16-5-16,-9 17-3 15,-1 10 3-15,-1 24 4 16,2 2 2-16,13 10-1 16,12-5-1-16,12 0-1 15,6-20 3-15,10-6-1 16,-2-24 1-16,2-11 3 15,-7-11 4-15,-2-9 16 16,-9-8 2-16,1-15 2 16,-3-14-2-16,3-26-5 15,-2-11-15-15,-2-18-3 16,-5 5-1-16,-5 3 2 16,-5 18-1-16,4 4-1 15,0 19-1-15,1 12-10 0,4 12-6 16,7 10-5-16,1 13-2 15,9 10-9-15,3 7 7 16,6 10 6-16,2 1 8 16,1 8 3-16,0-4 12 15,2 1 6-15,-3-7-1 0,-1-2-2 16,-5-9-11-16,-7-6-10 16,-6-10-30-16,-6-12-182 15,-2-9-11-15,-5-17-73 16</inkml:trace>
  <inkml:trace contextRef="#ctx0" brushRef="#br0" timeOffset="85684.09">17375 2045 313 0,'6'-6'38'0,"9"10"43"16,7 5-96-16,11 11-2 16,8 4 12-16,8 8-11 15,-9-1-2-15,5 4 1 16,-13-7 1-16,0-5-1 15,-10-10 13-15,-3-1 11 16,-9-9 51-16,-1-1 117 16,-6-4 35-16,-3-2 23 0,0 3-11 15,0-2-72-15,1-34-129 16,4-49-52 0,-4 30-38-16,-2-8 7 0,-4 18 21 15,-4-2 13-15,2 10 25 16,1 3 12-16,2 13-9 15,7 4-11-15,4 11-3 16,9 10-10-16,5 4-5 16,10 7 2-16,2 0 11 15,10 6 5-15,-5-3 4 0,8-1 6 16,-9-5 3-16,0-1-1 16,-10-6 0-16,-4-3 5 15,-11-5 2-15,4-9 5 16,-3-9 2-16,3-12 4 15,-2-5-1-15,0-12-2 16,-6-1-2-16,-2-5-2 16,-6 6-5-16,0 0-2 15,-4 15 0-15,0 7 7 16,-1 12 0-16,1 9-3 16,-1 9-5-16,-3 7-4 15,-4 5-11-15,-10 13-2 16,-6 6 6-16,-13 18 4 15,3 1 1-15,0 6 2 16,10-9-2-16,9 0-3 16,14-16 0-16,9-2-3 0,6-12 1 15,12-1 0-15,7-8 1 16,11-4 2-16,3-10 5 16,13-3 1-16,1-12-1 15,9-16 2-15,-5-7-2 16,8-16 1-16,-12-4 0 0,1-11 4 15,-18 10-1-15,-4-1 5 16,-17 11 0-16,-7-2 5 16,-8 15 1-16,-4-2 0 15,-5 10-3-15,2 3-1 16,-2 14-7-16,2 3-4 16,3 8-4-16,-2 1-8 15,1 4-4-15,0 0-8 16,1 0-1-16,-1 0-1 15,1 0 5-15,0 3 5 16,5 21 7-16,17 45 6 16,-10-30 3-16,7 1 2 15,0-8-1-15,2-1 0 16,-4-10-2-16,1-7 0 16,-7-7 0-16,-1-1 1 0,-3-6 0 15,5-4 3 1,4-5 1-16,16-13 1 0,9-7-1 15,12-20-1-15,2-10-1 16,5-12 0-16,-10 1-1 16,-2-11 2-16,-8 18 0 15,8 3 0-15,-7 15-1 16,8 12-4-16,-8 19-2 16,6 10-2-16,-10 10-1 0,1 13-10 15,-10 4 1-15,0 12-3 16,-8-2 0-16,2 2-1 15,-1-5 13 1,8-2 7-16,2-14 7 0,14-11 9 16,4-11 3-16,18-18 2 15,-2-10-6-15,4-20-3 16,-11-11-5-16,4-19-2 16,-15 2-2-16,3-9-1 15,-8 18-1-15,2 16-2 16,-13 24-4-16,1 16-9 15,-12 22-35-15,-2 13-185 16,-11 18 42-16</inkml:trace>
  <inkml:trace contextRef="#ctx0" brushRef="#br0" timeOffset="86064.23">18343 2788 1044 0,'-15'34'183'0,"6"-14"87"15,11-21-310-15,19-7-5 16,19-10 13-16,30-29 13 15,20-21 25-15,38-23 0 16,2-4-4-16,30-45 1 16,7 4 0-16,28-29 0 15,-10-2 1-15,19-20 1 16,-23 36-2-16,9-11 1 16,-33 37-1-16,-5 10-1 15,-28 28 2-15,-3 12-4 16,-40 35-2-16,-5 13-2 15,-23 20-63-15,-11 9-215 16,-28 17 49-16</inkml:trace>
  <inkml:trace contextRef="#ctx0" brushRef="#br0" timeOffset="88049.56">22400 1705 1479 0,'-34'57'251'16,"9"-62"159"-16,9-2-473 0,8 8 7 16,12 8 2-16,8 18-6 15,6 8 8-15,6 16 1 16,0 5 30-16,5 11 0 16,-6-6 8-16,3 10 5 15,-4-9 11-15,4 0 2 16,-9-15 2-16,1-5-2 15,-7-15 0-15,-2-9 2 16,-7-7 3-16,1-5 12 16,-3-6 0-16,0-2 4 15,-1 1-6-15,-1 0-25 16,-2-7-21-16,-11-32-6 16,-49-72-3-16,32 32 12 0,4 2 26 15,-2 0 20-15,7 22 12 16,-3 1 17-16,2 12-7 15,-2-5-3-15,7 6-11 16,3 1-10-16,3 8-18 16,6 6-6-16,2 11-3 15,3 2-2-15,2 10-2 16,0 2-10-16,0 2-6 16,0 0-17-16,0 0-4 15,1 1-6-15,6 14 8 16,27 24 3-16,37 50 17 0,-25-28 5 15,-3-2 11-15,11 13 8 16,-4-9 8-16,15 12 0 16,-4-5 2-16,10 2-12 15,-12-16-23-15,2-3-38 16,-19-14-9-16,-6-6-17 16,-16-14 6-16,-7-5 27 15,-8-7 40-15,-3-6 8 16,-3-4 8-16,0 2-20 15,0-2-230-15,-12-19 55 16</inkml:trace>
  <inkml:trace contextRef="#ctx0" brushRef="#br0" timeOffset="89000.36">22743 2254 986 0,'-14'-6'180'16,"8"-2"92"-16,1 5-314 0,5-3-10 16,3-2-2-16,1-3 19 15,6-9 7-15,1-5 21 16,2-5 7-16,-1 4 6 15,2-1 7-15,-4 10 0 16,0 3 1-16,-2 4-4 0,2 1-8 16,2 2-10-1,4 0-5-15,2 5-2 0,4 2 0 16,-1 2 3-16,2 6 0 16,-1 2 3-16,1 4 1 15,-3 1 1-15,0 4 2 16,-3-3 3-16,-1 2 1 15,-5-3 2-15,-3-5 6 16,-3-4 2-16,-3-2 3 16,-2-5 1-16,0-1 4 15,0 1-6-15,0-7-3 16,8-29-3-16,15-48-4 16,-5 33-4-16,4-2-1 15,-3 11 1-15,4 10-3 16,-4 10-1-16,0 5-4 15,-3 9 0-15,2 3-2 16,-2 5 0-16,5 7-3 0,-3 2 2 16,5 7-2-16,1 4-1 15,4 3-1-15,-1 1 6 16,7 2 4-16,-2-5 5 16,4-1 6-16,-2-5 5 15,-1-8 3-15,-5-7 3 0,-1-7 5 16,-5-9 0-1,6-10 4-15,0-10-4 16,5-31-2-16,0-7-8 0,2-16-2 16,-7 3-5-16,-3-2 1 15,-10 27 0-15,0 3 2 16,-7 21 4-16,-2 4 2 16,-4 18-1-16,0 5-2 15,0 8-6-15,1-2-6 16,2 0-4-16,-5 5-3 15,0 0 1-15,1 0 2 16,3 0 4-16,9-4 1 16,2-2 4-16,37-20 4 15,-35 11 2-15,3-9 4 16,-4-7 1-16,-3-6 4 16,-8 4 0-16,-7-6 3 15,-10 8-3-15,-12-3 9 16,-4-1-2-16,-10-9 5 0,2 5 13 15,-6-13 0 1,4 4-10-16,-4 2-2 0,9 11-8 16,3 8-20-16,12 14-6 15,4 5-21-15,13 11-7 16,3 20-1-16,3 16 3 16,5 26 3-16,8 10 16 15,10 20-2-15,3-6-3 16,16 13 0-16,2-17 4 0,13 7 3 15,-3-17 7-15,12-6 3 16,-10-25-1-16,0-3-2 16,-14-15 1-16,-2-9-11 15,-12-9-7-15,1-13-68 16,-9-11-73-16,-1-15-104 16,-10-14-43-16</inkml:trace>
  <inkml:trace contextRef="#ctx0" brushRef="#br0" timeOffset="89240.56">23879 1194 879 0,'-4'3'169'0,"19"-30"85"0,11-9-252 16,24-19-24-16,16-5 9 15,18-7 5-15,-7 13 2 16,-1 3 0-16,-19 16 1 15,-13 5 2-15,-17 8 2 16,-6 10-12-16,-10 9-10 16,-1 14-18-16,-12 11-19 0,-8 15-43 15,-10 14-45-15,-7 24-78 16,-16 4-16-16</inkml:trace>
  <inkml:trace contextRef="#ctx0" brushRef="#br0" timeOffset="89714.49">22987 2972 945 0,'-25'47'322'16,"15"-41"22"-16,10-6-228 15,3-2-162-15,7-10-2 16,17-12 4-16,30-27 6 15,25-22 19-15,42-60 18 16,13 2 6-16,25-38 1 16,2 7-3-16,16-8-13 0,-26 40 2 15,25-40 8-15,-12 38 5 16,7-2 2-16,-16 13 12 16,22 1-4-16,-32 42-11 15,-1 2-2-15,-25 18-16 16,6 13-167-16,-25 23-135 0,-17-9-23 15</inkml:trace>
  <inkml:trace contextRef="#ctx0" brushRef="#br0" timeOffset="93660.26">15237 8064 896 0,'-13'-17'157'16,"-9"15"95"-16,-1 7-279 0,-10 19 2 15,6 10 5-15,-8 30-6 16,4 13 5-16,3 30 6 16,8 4 7-16,2 29 1 15,15-8 2-15,5 7-6 16,5-17-2-16,13 4-1 15,4-30 1-15,13 2 5 16,5-20 7-16,10-6-3 16,0-23 3-16,10-7-6 15,-5-23-6-15,7-9-7 16,1-10 7-16,9-10 2 16,-7-6 9-16,-3-15 5 15,-15-8 8-15,-9-15 6 16,-19-4-4-16,-11-12 2 0,-10 10 6 15,-9 0 9-15,-8 13-6 16,-11 0 0-16,-2 11-3 16,-5-5-2-16,4 9-6 15,5 7 7-15,10 7-1 16,5 7-15-16,10 6-13 0,10-3-5 16,9-3-9-16,13-9-6 15,6-5 14-15,17-4 7 16,0 5 1-1,5 3-1-15,-6 10 6 0,4 10-4 16,-14 9-6-16,-1 12-9 16,-10 5 0-16,-2 11 0 15,-9 6 5-15,-2 6 5 16,-3-2 8-16,1 7 3 16,-3-7 0-16,5 3-39 15,-3-10-58-15,5-5-111 16,2-11-23-16</inkml:trace>
  <inkml:trace contextRef="#ctx0" brushRef="#br0" timeOffset="95089.82">16182 8885 591 0,'4'-3'190'0,"-4"3"25"16,0-1-139-16,0-1-73 15,0 1-8-15,0 0-9 16,0 0-5-16,0-1 0 16,8-9-1-16,14-20 9 15,51-40 3-15,-33 40 1 16,9 2-5-16,-3 15 0 0,9 8 1 16,-5 10 6-16,4 8 3 15,-8 9 4-15,-5 8-2 16,-13 1-3-16,-6 10 1 15,-13-3 1-15,-6 3 3 16,-7-10 9-16,0-2 18 16,-7-12 7-16,0-7 33 15,-2-11-6-15,-4-14-18 16,-3-12-17-16,7-19-15 16,4-9-34-16,15-14-3 15,11 5 11-15,12-11 1 16,3 6 4-16,14-14 5 15,1 5 6-15,9-11 1 16,0 12 2-16,9-1 0 0,-11 17-3 16,-4 2-4-1,-14 16 2-15,-10 5 5 0,-14 16 12 16,-5 9 20-16,-7 10 7 16,-6 18-6-16,-5 14-6 15,-8 17-16-15,-3 8-22 16,-2 17-10-16,2-3 5 15,2 8 1-15,9-12 6 0,5 2 2 16,4-18 4-16,5-10-4 16,5-20 0-16,5-14 0 15,1-16-1-15,3-23 2 16,3-11 1-16,-2-13 0 16,-2 0 1-16,-2-4-1 15,-4 14-1-15,-4 5 0 16,0 14 0-16,1 3-7 15,1 10-5-15,4 6 1 16,8 10 1-16,11 8 1 16,3 6 5-16,11 8 3 15,-2 2-2-15,5 3 0 16,-7-5-1-16,6-5-3 16,-6-2 2-16,-1-7-9 15,-6-7 0-15,0-8 1 16,-7-4 4-16,-2-13 6 15,-2-6 9-15,1-16 1 0,-2-4 1 16,4-16-1-16,-2 4-2 16,3-5-2-16,-2 13 0 15,-2 5-1-15,-7 16-1 16,-3 8 1-16,-7 11 3 16,0 6 17-16,-6 6 13 15,0 3 18-15,-1 1 4 0,0 0 0 16,0 0-18-16,0 0-16 15,-3 5-17-15,-11 31-8 16,-44 42-2-16,35-25-2 16,8-9 2-16,7-10-8 15,11-12 0-15,10-15-6 16,6-16 3-16,12-19-1 16,2-12 7-16,9-15 0 15,0-16 8-15,3-31 1 16,-9-2 4-16,-5-12 1 15,-14 1 4-15,-9-4 0 16,-13 27 2-16,-14 1 2 16,-4 18 2-16,-9 6 6 15,-3 23 9-15,-2 9 20 16,9 19-3-16,3 4-2 0,11 9-12 16,3 3-36-16,9 8-25 15,5 27-2-15,7 18-8 16,13 28-14-16,9 10 26 15,18 26 8-15,0-12 4 16,8 4 2-16,-3-26 15 16,6-6 1-16,-10-30-6 15,16-22-5-15,-2-25 7 16,9-30 4-16,-6-23-1 16,9-31 1-16,-11-17 3 0,7-34-11 15,-13 8-2-15,-1-12-6 16,-18 14-3-16,-9-3-1 15,-18 35 12-15,-8 11 10 16,-9 28 17-16,-2 15 15 16,2 27 1-16,-2 11-18 15,0 12-14-15,-3 27-17 16,0 15-23-16,3 19-5 16,7 4 14-16,13 5-1 15,15-24 5-15,15-6 1 16,3-22 3-16,15-13 5 15,2-17 3-15,12-15 7 16,-4-12 9-16,8-16-15 16,-15-4-190-16,-10-12-79 15,-33 7-59-15</inkml:trace>
  <inkml:trace contextRef="#ctx0" brushRef="#br0" timeOffset="95424.76">17472 9284 1316 0,'-8'51'347'0,"1"-25"83"16,0-34-372-16,15-17-88 15,11-18-7-15,25-32-15 16,17-25 6-16,48 0 19 15,18-71 8-15,42-38 10 16,19-11 15-16,30-30 6 16,-15-43-5-16,24 44 0 15,-25 29-6-15,3-6 0 16,-17 39-2-16,18 17 0 16,-41 34 2-16,3 8-1 15,-30 39-4-15,2 10-50 16,-44 30-67-16,12 10-205 0,-18 24-65 15,-14 3-113 1</inkml:trace>
  <inkml:trace contextRef="#ctx0" brushRef="#br0" timeOffset="103669.23">16194 4249 326 0,'-24'44'64'16,"6"-9"33"-16,-4 29-97 15,6 19 0-15,-2 29-1 16,0 6 3-16,1 29-3 16,3-12 0-16,0 14-1 15,2-13 1-15,9 13-4 16,6-28 3-16,8 16-7 16,0-14 5-16,7 21 2 15,-3-13 4-15,-6 26 0 16,-5-18 6-16,3-3-1 15,-3-22 2-15,-3 10 3 0,0-25 3 16,0 3 1-16,-1-7 1 16,3 2-3-16,-1-26-4 15,4-4-4-15,-1-14-3 16,0-2-1-16,-3-19 2 16,1-5 47-16,-5-11 27 15,2-6 16-15,-1-6 0 16,-3-4-58-16,-6-2-204 15,-11-6 8-15</inkml:trace>
  <inkml:trace contextRef="#ctx0" brushRef="#br0" timeOffset="104143.7">15710 6992 842 0,'-15'27'160'0,"4"7"81"16,-2-11-252-16,18 12-12 16,4-2 5-16,10 9 3 15,3-8 4-15,8 11 6 0,-1-2 2 16,8 8 2-16,-4-4 1 15,3 4 1-15,-7-10 0 16,0-4-2-16,-11-11 0 16,-2-9-3-16,-6-11 0 15,-2-4-1-15,-4-3 1 16,2-6-3-16,6-8 5 0,19-29 7 16,10-12-4-16,17-19 2 15,4-5 5-15,6-1-3 16,-15 24-4-16,-2 3 4 15,-15 15-1-15,-6 5 1 16,-12 10 3-16,-5 5 3 16,-9 10 0-16,-1 6 0 15,-2 1-2-15,-2 2-6 16,1 0-8-16,0 0-5 16,0 0-10-16,1 2-116 15,1-1-106-15,19 8-8 16</inkml:trace>
  <inkml:trace contextRef="#ctx0" brushRef="#br0" timeOffset="106507.71">14758 4730 719 0,'-42'9'44'15,"-5"2"119"-15,3-5-223 0,3 4 14 16,12-3 44 0,7-1 11-16,9-4-4 0,9 0-15 15,5-2-6-15,7-3-4 16,-8 2-6-16,5-1 3 16,25-4 16-16,49-15 3 15,-32 10 1-15,14-7 0 16,3-6 2-16,27-14 2 15,5-5 3-15,26-16-1 16,-2 2-1-16,35-11-2 16,-16 10-2-16,15-4-2 15,-14 8 2-15,15-11 1 0,-30 7 2 16,19-17 1-16,-14 2-1 16,20-15 0-16,-7-1 2 15,30-18-3-15,-12 6 1 16,24-12 3-16,-20 11 0 15,7-5-2-15,-30 16 0 16,14 0 0-16,-34 12-2 16,18-2 2-16,-11 9 1 15,12-12 1-15,-18 5-2 16,13-6 1-16,-23 8-1 0,0 4-2 16,-27 24 1-16,-8 8 1 15,-29 18-1-15,-6 7 0 16,-20 10 0-16,-7-1 4 15,-9 4 4-15,-2 0 14 16,-4 1 11-16,-4 2 13 16,3 0 1-16,-1 0-1 15,1 0-13-15,-1 0-14 16,0 0-20-16,0 0-59 16,0 2-150-16,-11 9 25 15</inkml:trace>
  <inkml:trace contextRef="#ctx0" brushRef="#br0" timeOffset="108355.15">16193 7579 624 0,'-19'-38'205'16,"-11"4"35"-16,-14-10-89 15,-1 5-41-15,-7 1 18 16,7 12 5-16,-6 3-15 16,10 10-62-16,-16 0-48 15,-4 5-31-15,-24 5-23 0,-2 4-2 16,-19 9-6 0,0 9 4-16,-18 16 7 0,18 3 23 15,-8 10 3-15,19 0 7 16,-1 9 3-16,21-5 2 15,-12 23-6-15,8 8-1 16,-14 30-1-16,12 3 1 16,-12 33 2-16,13-7 4 15,-12 24 2-15,13-10 0 16,-9 29 3-16,17-21 0 16,-7 21-3-16,24-36-3 0,3-5-1 15,13-25-2-15,8 11 1 16,19-24 5-16,5 34 0 15,7-8 4-15,8 13-2 16,9-25 2-16,11 3-4 16,6-30 4-16,14-3-2 15,5-22 1-15,17-4-2 16,2-17-3-16,20-12-1 16,-3-15 2-16,15-7-4 15,-7-11 4-15,19-11 1 16,-16-9 1-16,20-15-1 15,-4-14 1-15,28-28 9 16,-17-7-1-16,30-30-1 16,-6-7 2-16,16-14 3 15,-25 7-9-15,27-27 1 0,-25 15 0 16,14-16-2 0,-11 3 4-16,19-14-4 0,-28 29 5 15,27-22-4-15,-22 24 1 16,11 6-3-16,-23 21 1 15,14-7-1-15,-26 30 2 16,17-4-2-16,-20 13 2 16,18-5-1-16,-17 15 0 15,17-11 0-15,-14 10 2 0,10-5-2 16,-17 9 2-16,15-5-1 16,-16 17 0-16,5 2-4 15,-18 7 2-15,10-1 0 16,-16 0 2-16,23-26 0 15,-23-6 4-15,22-27-1 16,-10 4-2-16,23-18-3 16,-32 16-2-16,23-12-1 15,-22 23 1-15,4-6-4 16,-26 18 5-16,13-13 1 16,-20 15 1-16,-3-8-2 15,-16 3 5-15,-11-7 1 16,-21 16 3-16,-9-11 6 15,-10 6-4-15,-14-12-15 16,-11 4-1-16,-17 4 30 0,-6 23-3 16,-21 8 40-16,-1 21 30 15,-12 5-1-15,1 3-32 16,-43 4-40-16,3 4-33 16,-16 3 11-16,3 5 8 15,-30 11-21-15,36 4 39 16,-2 3 2-16,15 3-27 0,-14 15-13 15,26 6 18-15,-32 35-13 16,-4 21-29-16,-32 28 0 16,8 5 4-16,-21 21 1 15,37-27 10-15,-1-6 23 16,26-17 0-16,-7 19-5 16,29-23 1-16,-12 11 1 15,17-4-6-15,-16 16-6 16,26-25 4-16,-9 2 2 15,17-16 1-15,-5-8 7 16,19-25 9-16,-6-11 0 16,10-14 0-16,-5-8 1 15,14-8-2-15,-1-4 0 16,10-2 4-16,-4-4 10 16,5-1 9-16,-8 0 32 0,4 2 26 15,-13-7-5-15,3 6-6 16,-5-7 12-16,13-1-27 15,3 0-16-15,18 5-2 16,8-5-22-16,10 5-31 16,4-7-41-16,8-5-39 15,13-18-182-15,12-8-99 16,6-16-42-16</inkml:trace>
  <inkml:trace contextRef="#ctx0" brushRef="#br0" timeOffset="121248.24">15974 9314 653 0,'2'12'90'16,"0"-2"75"-16,5 15-194 15,4 10-5-15,9 14 11 16,4 9 15-16,12 22 5 16,2-5-1-16,12 20 3 15,-1-5 2-15,5 12-40 16,-6-17-32-16,5 11-91 16,-10-16-20-16</inkml:trace>
  <inkml:trace contextRef="#ctx0" brushRef="#br0" timeOffset="121590.3">16830 9162 699 0,'-2'-6'282'16,"2"10"-14"-16,14 21-122 15,12 11-190-15,25 26 9 16,18 12 30-16,17 21-6 16,6 1 4-16,17 14 5 15,-13-14-2-15,4 2-21 16,-16-19 6-16,-10-8-5 15,-26-22 4-15,-9-7 1 16,-14-14-13-16,1 3-110 0,-1-4-11 16,8 1-82-16,-6-6-87 15</inkml:trace>
  <inkml:trace contextRef="#ctx0" brushRef="#br0" timeOffset="121857.03">16383 9660 1348 0,'-17'7'181'16,"2"3"164"-16,8 36-433 15,1 21 51-15,4 35 4 16,6 15 15-16,18 33-2 15,4-20-9-15,17 20-53 16,4-11-30-16,8 9-45 16,-10-27-33-16,-1 8-52 15,-13-36 25-15,-3-22-10 16,-11-30-5-16</inkml:trace>
  <inkml:trace contextRef="#ctx0" brushRef="#br0" timeOffset="122083.27">16630 9522 548 0,'44'11'127'16,"-12"-1"41"-1,19 5-153-15,19 3-21 0,36 0-5 16,6-7 0-1,39-11 9-15,-1-10 4 0,22-12-3 16,-8-5-25-16,15-12-137 16,-24-1 29-16</inkml:trace>
  <inkml:trace contextRef="#ctx0" brushRef="#br0" timeOffset="122574.48">16479 9983 954 0,'9'-10'57'16,"-9"2"135"-16,7 16-288 16,5 9 4-16,10 14 34 15,4 14 53-15,15 28 2 16,1 9-3-16,17 17-4 16,1-1 1-16,25 24 4 15,2-11-3-15,13 3-1 16,-9-10 9-16,19 12 7 15,-15-25-5-15,18 3 11 16,-2-11 10-16,41 2-205 16,-3-20 73-16</inkml:trace>
  <inkml:trace contextRef="#ctx0" brushRef="#br0" timeOffset="139052.16">5006 10016 465 0,'0'15'229'0,"1"-15"-38"0,0 0-87 15,12-23-118-15,7-10-14 16,16-18 3-16,8-11 15 16,13-31 9-16,-2 6 3 15,13-26 3-15,-4-1-1 16,16-15 1-16,-9 22-4 16,4-10 1-16,-12 24-1 15,-5 4 0-15,-18 25-1 16,-6 4-61-16,-11 22-58 15,-2 11-69-15,-9 19-54 0</inkml:trace>
  <inkml:trace contextRef="#ctx0" brushRef="#br0" timeOffset="139364.54">5038 9142 855 0,'-14'-7'141'16,"8"5"73"-16,13-20-272 16,12-8-12-16,19-18 8 15,9-6 18-15,19-18 17 16,2 8 18-16,14-5 1 16,-9 18 2-16,16 3-4 15,-13 23 2-15,2 8-4 16,-17 12 2-16,-4 11-3 0,-15 12 3 15,-3 16 2-15,-9 10 2 16,-1 21 1-16,-8 3 6 16,-3 20 3-16,-4 4 0 15,-3 30-5-15,-3-3-74 16,1 33-95-16,-8-13-2 16</inkml:trace>
  <inkml:trace contextRef="#ctx0" brushRef="#br0" timeOffset="139741.99">6102 11161 663 0,'20'-21'99'0,"2"-20"78"0,10-14-205 16,26-30-11-16,10-11 0 16,23-18-54-16,-1 8-17 15,13-17-24-15,-12 15 13 16,7-5 13-16,-23 20 54 15,1 2 24-15,-16 29 26 16,-10 9 10-16,-20 24 14 16,-8 10 54-16,-15 10 19 0,-6 5 8 15,-6 6-24-15,-15 12-132 16,-10 10-13-16</inkml:trace>
  <inkml:trace contextRef="#ctx0" brushRef="#br0" timeOffset="139994.99">6636 10119 809 0,'60'-50'152'15,"-22"22"83"-15,24-8-246 16,10 10 2-16,14 14-1 15,-6 13 2-15,6 15-2 0,-16 16-2 16,-4 23-6 0,-19 16-4-16,-7 30 2 0,-22 16 1 15,-13 42-43-15,-18-5-49 16,-14 34-97-16,-1-10-30 16</inkml:trace>
  <inkml:trace contextRef="#ctx0" brushRef="#br0" timeOffset="140248.74">7081 13020 730 0,'40'-39'127'0,"6"-86"81"16,-5-26-220-16,31-23 2 16,10-7 6-16,17-5-2 15,-8 68-12-15,9-18-67 16,-9 4-25-16,8-1-97 16,-16 21-36-16</inkml:trace>
  <inkml:trace contextRef="#ctx0" brushRef="#br0" timeOffset="140433.93">7575 11529 937 0,'-25'14'187'16,"15"-10"76"-16,21-8-282 15,32-15-8-15,18-6-6 0,52-19 8 16,25-9 19-16,57-4-69 15,9 19-182-15,15 39 48 16</inkml:trace>
  <inkml:trace contextRef="#ctx0" brushRef="#br0" timeOffset="143852.6">16572 10122 766 0,'30'94'135'16,"-19"-28"84"-16,23 26-235 15,9 15 8-15,17 36 5 16,0-15 5 0,15 28-34-16,0-3-58 0,4 11-79 15,-14-30-51-15,9 11-68 16</inkml:trace>
  <inkml:trace contextRef="#ctx0" brushRef="#br0" timeOffset="144071.22">16981 9980 1146 0,'42'23'150'16,"18"20"148"-16,8 2-356 15,66 44 47-15,34 18-84 16,85 36-208-16,17-13 60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67A7-D9FC-4F9A-B4A4-B8AA69E01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108F8-22C4-4579-BE0D-4A6C96E78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6795-564F-47E9-BE41-E71BEA8A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1DAF4-FE18-4FD3-A275-A9D1D4A39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D0C0-144B-4552-88A3-A9306439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650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217B-8D37-437E-8651-828D87612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F71BD-BE22-4037-B222-DD86E6727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4908A-E995-4471-8613-334C3AC0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94D5B-5FCE-40E6-8FE3-086E6FD7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76527-086C-4F4E-A17F-4571816C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25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C7AA-608A-43BC-9858-741A1615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F836-8926-49D0-BFEC-36342EE3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A3FFD-8C1D-4F42-BE05-20B64638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2B799-53C8-474C-BB00-5CF26808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DE918-2141-4E6A-9895-03E56176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26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CEAD-95A0-4493-8A91-72107DC0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37716-E9A7-4D65-84FE-C762A0821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6828D-5CAE-4BFB-A978-E913724FA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760D2-2D81-461F-B313-B0BD98C0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EBC1F-BD72-4D16-9061-E8E8FF54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1B331-EA06-4399-B083-E7CE1BCF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9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1C642-2B52-4B63-AEAC-EDFB40616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58C6F-2CF8-4E2F-927B-1C5913656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0879E-1E7E-44DE-B087-814F70CE9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BCD13-EF5D-45A6-BEA4-A77A1D739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8A4B9-84F5-4577-A670-865352104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6CE11B-FFEF-4C32-B808-6CE33AAA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A6B313-EBB9-4424-B2E2-244FAA87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663C1-7067-4182-9FAB-FFC3A8BB2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23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F2FA-B516-4200-9226-0EADA518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B2E30-EE1D-480F-A4AD-8E0A981A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1188C-DD31-4B02-8AFF-7DFB1148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E0227-5311-44C0-B190-2C799F49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69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700D92-0B9F-4509-B9E8-A81D81DB9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0D604-115B-41FB-8B33-89E59083B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41842-5D03-4BB2-BC49-9C534252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8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BAFE-A852-417E-88D6-DB1473A21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20B10-2F86-4287-81F5-56B93DCF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1FB4C-D033-475C-8B5A-2EE8BE094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A38DF-2DAC-424E-9DB4-583910D2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F4A17-0CFD-4D45-9CCE-9C300831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E99DA-349C-42F3-AE0A-3C50DB36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22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B11A-5F8C-43C8-8B71-91DA9293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BC8E65-2897-4A45-9591-A01B70A1B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EC1BE-4B2B-44CC-96C2-5FF499241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1CD1F-F067-4A1D-B9BD-A4DD7195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52BAD-17E8-4141-BF43-782794FB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B5E6A-8772-4DFE-BABB-8D88488F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16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CA633-B73F-4484-9068-00FC1D282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30A99-2240-4BB0-B06D-E17F37DBC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3F109-1464-4EB4-87F1-BFD28360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FB395-78CC-4789-A819-9D580096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64692-D277-4D19-92BE-4FC8C5EA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14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C05A5E-2544-433F-AA9B-F7F985E10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3F11C-1A21-43B1-9DBE-9F897DA16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76099-2E1D-4121-98EB-D6DD1F38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F9D88-FCDA-4C5B-B16C-EA812DFF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A9B95-367E-4601-8A55-6459E4E6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26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00974-8F10-49FD-80F7-6B45086E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EE577-AA62-4F91-AA53-AEF82C0AE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BB19-1CD1-4B58-B75A-B283C7CCB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F457A-BE43-4B8A-B62F-731E902C9E2C}" type="datetimeFigureOut">
              <a:rPr lang="en-IN" smtClean="0"/>
              <a:t>11-06-2020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A38E-1CDF-4BE5-B045-82D1A5DD2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BECEF-E50D-4BC6-9C05-D14747785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CD97-CAC2-45CF-9DA4-89F3B6C5D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52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.mockito.org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471349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5E8C71-8110-42C9-9A9F-ACCACFC19B90}"/>
              </a:ext>
            </a:extLst>
          </p:cNvPr>
          <p:cNvSpPr/>
          <p:nvPr/>
        </p:nvSpPr>
        <p:spPr>
          <a:xfrm>
            <a:off x="8696325" y="3518896"/>
            <a:ext cx="933450" cy="163923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Algerian" panose="04020705040A02060702" pitchFamily="82" charset="0"/>
              </a:rPr>
              <a:t>arvind</a:t>
            </a:r>
            <a:endParaRPr lang="en-IN" sz="12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4218752B-57EB-46E5-9A47-CDC9FC7B5608}"/>
              </a:ext>
            </a:extLst>
          </p:cNvPr>
          <p:cNvSpPr/>
          <p:nvPr/>
        </p:nvSpPr>
        <p:spPr>
          <a:xfrm>
            <a:off x="8448675" y="2985903"/>
            <a:ext cx="1323975" cy="532993"/>
          </a:xfrm>
          <a:prstGeom prst="snip2Diag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GREEN LEARNER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3257549" y="4266795"/>
            <a:ext cx="6515101" cy="119536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INTRODUCTION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591925" y="0"/>
            <a:ext cx="600075" cy="3905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E09E-707E-4B5F-983A-3D49E32EA8CB}"/>
              </a:ext>
            </a:extLst>
          </p:cNvPr>
          <p:cNvSpPr/>
          <p:nvPr/>
        </p:nvSpPr>
        <p:spPr>
          <a:xfrm rot="19775561">
            <a:off x="1278656" y="3098920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</p:spTree>
    <p:extLst>
      <p:ext uri="{BB962C8B-B14F-4D97-AF65-F5344CB8AC3E}">
        <p14:creationId xmlns:p14="http://schemas.microsoft.com/office/powerpoint/2010/main" val="101713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What is Unit testing??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1ECC96-700D-41DE-9355-AF2278E09F39}"/>
                  </a:ext>
                </a:extLst>
              </p14:cNvPr>
              <p14:cNvContentPartPr/>
              <p14:nvPr/>
            </p14:nvContentPartPr>
            <p14:xfrm>
              <a:off x="177480" y="50040"/>
              <a:ext cx="10832400" cy="6181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1ECC96-700D-41DE-9355-AF2278E09F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120" y="40680"/>
                <a:ext cx="10851120" cy="620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7294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dirty="0"/>
              <a:t>Java library for writing unit tests</a:t>
            </a:r>
          </a:p>
          <a:p>
            <a:r>
              <a:rPr lang="en-IN" dirty="0"/>
              <a:t>Version history</a:t>
            </a:r>
          </a:p>
          <a:p>
            <a:pPr lvl="1"/>
            <a:r>
              <a:rPr lang="en-IN" dirty="0"/>
              <a:t>Under 4.x &gt; 4.13</a:t>
            </a:r>
          </a:p>
          <a:p>
            <a:pPr lvl="1"/>
            <a:r>
              <a:rPr lang="en-IN" dirty="0"/>
              <a:t>Then 4.x &gt; 5 &gt;&gt; Major changes done</a:t>
            </a:r>
          </a:p>
          <a:p>
            <a:pPr lvl="1"/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76480E-10B7-4D42-B058-EDD7FB73AB66}"/>
                  </a:ext>
                </a:extLst>
              </p14:cNvPr>
              <p14:cNvContentPartPr/>
              <p14:nvPr/>
            </p14:nvContentPartPr>
            <p14:xfrm>
              <a:off x="1053360" y="1141920"/>
              <a:ext cx="6518160" cy="2880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76480E-10B7-4D42-B058-EDD7FB73AB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4000" y="1132560"/>
                <a:ext cx="6536880" cy="289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322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Junit4.</a:t>
            </a:r>
            <a:r>
              <a:rPr lang="en-IN" sz="2000" dirty="0">
                <a:latin typeface="Algerian" panose="04020705040A02060702" pitchFamily="82" charset="0"/>
              </a:rPr>
              <a:t>x</a:t>
            </a:r>
            <a:r>
              <a:rPr lang="en-IN" dirty="0">
                <a:latin typeface="Algerian" panose="04020705040A02060702" pitchFamily="82" charset="0"/>
              </a:rPr>
              <a:t> </a:t>
            </a:r>
            <a:r>
              <a:rPr lang="en-IN" sz="2800" dirty="0">
                <a:latin typeface="Algerian" panose="04020705040A02060702" pitchFamily="82" charset="0"/>
              </a:rPr>
              <a:t>vs</a:t>
            </a:r>
            <a:r>
              <a:rPr lang="en-IN" dirty="0">
                <a:latin typeface="Algerian" panose="04020705040A02060702" pitchFamily="82" charset="0"/>
              </a:rPr>
              <a:t> junit5.</a:t>
            </a:r>
            <a:r>
              <a:rPr lang="en-IN" sz="2000" dirty="0">
                <a:latin typeface="Algerian" panose="04020705040A02060702" pitchFamily="82" charset="0"/>
              </a:rPr>
              <a:t>x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Architecture level difference</a:t>
            </a:r>
          </a:p>
          <a:p>
            <a:r>
              <a:rPr lang="en-IN" dirty="0"/>
              <a:t>Annotation name difference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FCF4BE-41A4-4D09-90B7-924D630D605F}"/>
                  </a:ext>
                </a:extLst>
              </p14:cNvPr>
              <p14:cNvContentPartPr/>
              <p14:nvPr/>
            </p14:nvContentPartPr>
            <p14:xfrm>
              <a:off x="741600" y="1221840"/>
              <a:ext cx="7813080" cy="191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FCF4BE-41A4-4D09-90B7-924D630D60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2240" y="1212480"/>
                <a:ext cx="7831800" cy="19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170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Junit4.</a:t>
            </a:r>
            <a:r>
              <a:rPr lang="en-IN" sz="2000" dirty="0">
                <a:latin typeface="Algerian" panose="04020705040A02060702" pitchFamily="82" charset="0"/>
              </a:rPr>
              <a:t>x</a:t>
            </a:r>
            <a:r>
              <a:rPr lang="en-IN" dirty="0">
                <a:latin typeface="Algerian" panose="04020705040A02060702" pitchFamily="82" charset="0"/>
              </a:rPr>
              <a:t> </a:t>
            </a:r>
            <a:r>
              <a:rPr lang="en-IN" sz="2800" dirty="0">
                <a:latin typeface="Algerian" panose="04020705040A02060702" pitchFamily="82" charset="0"/>
              </a:rPr>
              <a:t>vs</a:t>
            </a:r>
            <a:r>
              <a:rPr lang="en-IN" dirty="0">
                <a:latin typeface="Algerian" panose="04020705040A02060702" pitchFamily="82" charset="0"/>
              </a:rPr>
              <a:t> junit5.</a:t>
            </a:r>
            <a:r>
              <a:rPr lang="en-IN" sz="2000" dirty="0">
                <a:latin typeface="Algerian" panose="04020705040A02060702" pitchFamily="82" charset="0"/>
              </a:rPr>
              <a:t>x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Architecture level difference</a:t>
            </a:r>
          </a:p>
          <a:p>
            <a:r>
              <a:rPr lang="en-IN" dirty="0"/>
              <a:t>Annotation name difference</a:t>
            </a:r>
          </a:p>
          <a:p>
            <a:r>
              <a:rPr lang="en-IN" dirty="0"/>
              <a:t>What’s new</a:t>
            </a:r>
          </a:p>
          <a:p>
            <a:pPr lvl="1"/>
            <a:r>
              <a:rPr lang="en-IN" dirty="0"/>
              <a:t>Java 8 lambda</a:t>
            </a:r>
          </a:p>
          <a:p>
            <a:pPr lvl="1"/>
            <a:r>
              <a:rPr lang="en-IN" dirty="0"/>
              <a:t>Different style of testing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95BDCD-ADDA-4A86-816E-A3783FE5EA1D}"/>
                  </a:ext>
                </a:extLst>
              </p14:cNvPr>
              <p14:cNvContentPartPr/>
              <p14:nvPr/>
            </p14:nvContentPartPr>
            <p14:xfrm>
              <a:off x="3237120" y="1183680"/>
              <a:ext cx="5709600" cy="3198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95BDCD-ADDA-4A86-816E-A3783FE5EA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7760" y="1174320"/>
                <a:ext cx="5728320" cy="321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8941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Algerian" panose="04020705040A02060702" pitchFamily="82" charset="0"/>
              </a:rPr>
              <a:t>Junit4.</a:t>
            </a:r>
            <a:r>
              <a:rPr lang="en-IN" sz="2000" dirty="0">
                <a:latin typeface="Algerian" panose="04020705040A02060702" pitchFamily="82" charset="0"/>
              </a:rPr>
              <a:t>x</a:t>
            </a:r>
            <a:r>
              <a:rPr lang="en-IN" dirty="0">
                <a:latin typeface="Algerian" panose="04020705040A02060702" pitchFamily="82" charset="0"/>
              </a:rPr>
              <a:t> </a:t>
            </a:r>
            <a:r>
              <a:rPr lang="en-IN" sz="2800" dirty="0">
                <a:latin typeface="Algerian" panose="04020705040A02060702" pitchFamily="82" charset="0"/>
              </a:rPr>
              <a:t>vs</a:t>
            </a:r>
            <a:r>
              <a:rPr lang="en-IN" dirty="0">
                <a:latin typeface="Algerian" panose="04020705040A02060702" pitchFamily="82" charset="0"/>
              </a:rPr>
              <a:t> junit5.</a:t>
            </a:r>
            <a:r>
              <a:rPr lang="en-IN" sz="1400" dirty="0">
                <a:latin typeface="Algerian" panose="04020705040A02060702" pitchFamily="82" charset="0"/>
              </a:rPr>
              <a:t>x</a:t>
            </a:r>
            <a:br>
              <a:rPr lang="en-IN" sz="1400" dirty="0">
                <a:latin typeface="Algerian" panose="04020705040A02060702" pitchFamily="82" charset="0"/>
              </a:rPr>
            </a:br>
            <a:r>
              <a:rPr lang="en-IN" sz="2700" dirty="0"/>
              <a:t>Architecture level difference</a:t>
            </a:r>
            <a:br>
              <a:rPr lang="en-IN" dirty="0"/>
            </a:b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36750"/>
          </a:xfrm>
        </p:spPr>
        <p:txBody>
          <a:bodyPr/>
          <a:lstStyle/>
          <a:p>
            <a:r>
              <a:rPr lang="en-IN" dirty="0"/>
              <a:t>Minimum JDK version for </a:t>
            </a:r>
            <a:r>
              <a:rPr lang="en-IN" b="1" dirty="0">
                <a:solidFill>
                  <a:srgbClr val="7030A0"/>
                </a:solidFill>
              </a:rPr>
              <a:t>Junit4 -&gt; Jdk5 </a:t>
            </a:r>
            <a:r>
              <a:rPr lang="en-IN" dirty="0"/>
              <a:t>but for </a:t>
            </a:r>
            <a:r>
              <a:rPr lang="en-IN" b="1" dirty="0">
                <a:solidFill>
                  <a:srgbClr val="00B0F0"/>
                </a:solidFill>
              </a:rPr>
              <a:t>Junit5 -&gt; Jdk8</a:t>
            </a:r>
          </a:p>
          <a:p>
            <a:r>
              <a:rPr lang="en-IN" dirty="0"/>
              <a:t>Earlier it was single .jar</a:t>
            </a:r>
          </a:p>
          <a:p>
            <a:r>
              <a:rPr lang="en-IN" dirty="0"/>
              <a:t>Now it’s 3 different .jar</a:t>
            </a:r>
          </a:p>
          <a:p>
            <a:endParaRPr lang="en-IN" dirty="0"/>
          </a:p>
          <a:p>
            <a:endParaRPr lang="en-IN" dirty="0"/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2C454-1E76-4841-B9FD-A49BBDD429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17535" y="3235555"/>
            <a:ext cx="8050443" cy="682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B8F3DC-43E2-4A8C-ADF0-936C1A177F81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90600-3832-4FEF-A8E9-AFFE5812ECF4}"/>
              </a:ext>
            </a:extLst>
          </p:cNvPr>
          <p:cNvSpPr txBox="1"/>
          <p:nvPr/>
        </p:nvSpPr>
        <p:spPr>
          <a:xfrm>
            <a:off x="200025" y="4325452"/>
            <a:ext cx="42957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JUnit platform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Launch testing frameworks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Define test engines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Console launcher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Junit4 based runner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Integration with 3</a:t>
            </a:r>
            <a:r>
              <a:rPr lang="en-IN" sz="2400" baseline="30000" dirty="0"/>
              <a:t>rd</a:t>
            </a:r>
            <a:r>
              <a:rPr lang="en-IN" sz="2400" dirty="0"/>
              <a:t> party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3BCC6-2357-4717-83D8-08587EEE1DBF}"/>
              </a:ext>
            </a:extLst>
          </p:cNvPr>
          <p:cNvSpPr txBox="1"/>
          <p:nvPr/>
        </p:nvSpPr>
        <p:spPr>
          <a:xfrm>
            <a:off x="4495799" y="3898414"/>
            <a:ext cx="42957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JUnit Jupiter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New programming model + extension to write test and extension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It’s subproject provides test engine to run the Jupiter based 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B71F4-3BF9-4B2B-ABFA-7BEBF5FD5C2B}"/>
              </a:ext>
            </a:extLst>
          </p:cNvPr>
          <p:cNvSpPr txBox="1"/>
          <p:nvPr/>
        </p:nvSpPr>
        <p:spPr>
          <a:xfrm>
            <a:off x="8639175" y="4041161"/>
            <a:ext cx="3352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JUnit Vintage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To run tests that are written in junit4 and junit3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8BB26E2-B931-4155-8125-08C36EBB2ED3}"/>
                  </a:ext>
                </a:extLst>
              </p14:cNvPr>
              <p14:cNvContentPartPr/>
              <p14:nvPr/>
            </p14:nvContentPartPr>
            <p14:xfrm>
              <a:off x="846720" y="2193840"/>
              <a:ext cx="10787760" cy="4580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8BB26E2-B931-4155-8125-08C36EBB2E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360" y="2184480"/>
                <a:ext cx="10806480" cy="45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4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Algerian" panose="04020705040A02060702" pitchFamily="82" charset="0"/>
              </a:rPr>
              <a:t>Junit4.</a:t>
            </a:r>
            <a:r>
              <a:rPr lang="en-IN" sz="2000" dirty="0">
                <a:latin typeface="Algerian" panose="04020705040A02060702" pitchFamily="82" charset="0"/>
              </a:rPr>
              <a:t>x</a:t>
            </a:r>
            <a:r>
              <a:rPr lang="en-IN" dirty="0">
                <a:latin typeface="Algerian" panose="04020705040A02060702" pitchFamily="82" charset="0"/>
              </a:rPr>
              <a:t> </a:t>
            </a:r>
            <a:r>
              <a:rPr lang="en-IN" sz="2800" dirty="0">
                <a:latin typeface="Algerian" panose="04020705040A02060702" pitchFamily="82" charset="0"/>
              </a:rPr>
              <a:t>vs</a:t>
            </a:r>
            <a:r>
              <a:rPr lang="en-IN" dirty="0">
                <a:latin typeface="Algerian" panose="04020705040A02060702" pitchFamily="82" charset="0"/>
              </a:rPr>
              <a:t> junit5.</a:t>
            </a:r>
            <a:r>
              <a:rPr lang="en-IN" sz="1400" dirty="0">
                <a:latin typeface="Algerian" panose="04020705040A02060702" pitchFamily="82" charset="0"/>
              </a:rPr>
              <a:t>x</a:t>
            </a:r>
            <a:br>
              <a:rPr lang="en-IN" sz="1400" dirty="0">
                <a:latin typeface="Algerian" panose="04020705040A02060702" pitchFamily="82" charset="0"/>
              </a:rPr>
            </a:br>
            <a:r>
              <a:rPr lang="en-IN" sz="2700" dirty="0"/>
              <a:t>Annotation names difference</a:t>
            </a:r>
            <a:br>
              <a:rPr lang="en-IN" dirty="0"/>
            </a:br>
            <a:endParaRPr lang="en-IN" dirty="0">
              <a:latin typeface="Algerian" panose="04020705040A02060702" pitchFamily="82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F6C4B0-516C-429F-8CC7-A588F76FDA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962239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415074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57900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Junit4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Junit5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4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</a:t>
                      </a:r>
                      <a:r>
                        <a:rPr lang="en-IN" dirty="0" err="1"/>
                        <a:t>BeforEach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9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</a:t>
                      </a:r>
                      <a:r>
                        <a:rPr lang="en-IN" dirty="0" err="1"/>
                        <a:t>AfterEach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3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</a:t>
                      </a:r>
                      <a:r>
                        <a:rPr lang="en-IN" dirty="0" err="1"/>
                        <a:t>BeforClass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</a:t>
                      </a:r>
                      <a:r>
                        <a:rPr lang="en-IN" dirty="0" err="1"/>
                        <a:t>BeforAll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374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</a:t>
                      </a:r>
                      <a:r>
                        <a:rPr lang="en-IN" dirty="0" err="1"/>
                        <a:t>AfterClass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</a:t>
                      </a:r>
                      <a:r>
                        <a:rPr lang="en-IN" dirty="0" err="1"/>
                        <a:t>AfterAll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847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@Ignore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@Disabled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622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@Nested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615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5467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8091147-73E1-40B5-9AF3-6407637DC9A6}"/>
                  </a:ext>
                </a:extLst>
              </p14:cNvPr>
              <p14:cNvContentPartPr/>
              <p14:nvPr/>
            </p14:nvContentPartPr>
            <p14:xfrm>
              <a:off x="1945080" y="2100960"/>
              <a:ext cx="8201520" cy="2651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8091147-73E1-40B5-9AF3-6407637DC9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5720" y="2091600"/>
                <a:ext cx="8220240" cy="267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3752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New features/annotations in junit5.</a:t>
            </a:r>
            <a:r>
              <a:rPr lang="en-IN" sz="1400" dirty="0">
                <a:latin typeface="Algerian" panose="04020705040A02060702" pitchFamily="82" charset="0"/>
              </a:rPr>
              <a:t>x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FD3644-DE2A-41FB-BAAD-5D9833D13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@</a:t>
            </a:r>
            <a:r>
              <a:rPr lang="en-IN" dirty="0" err="1"/>
              <a:t>TestFactory</a:t>
            </a:r>
            <a:endParaRPr lang="en-IN" dirty="0"/>
          </a:p>
          <a:p>
            <a:r>
              <a:rPr lang="en-IN" dirty="0"/>
              <a:t>@Nested</a:t>
            </a:r>
          </a:p>
          <a:p>
            <a:r>
              <a:rPr lang="en-IN" dirty="0"/>
              <a:t>@</a:t>
            </a:r>
            <a:r>
              <a:rPr lang="en-IN" dirty="0" err="1"/>
              <a:t>ExtendWith</a:t>
            </a:r>
            <a:endParaRPr lang="en-IN" dirty="0"/>
          </a:p>
          <a:p>
            <a:r>
              <a:rPr lang="en-IN" dirty="0"/>
              <a:t>New way to test exceptions</a:t>
            </a:r>
          </a:p>
          <a:p>
            <a:r>
              <a:rPr lang="en-IN" dirty="0"/>
              <a:t>@</a:t>
            </a:r>
            <a:r>
              <a:rPr lang="en-IN" dirty="0" err="1"/>
              <a:t>SelectPackages</a:t>
            </a:r>
            <a:r>
              <a:rPr lang="en-IN" dirty="0"/>
              <a:t> and @</a:t>
            </a:r>
            <a:r>
              <a:rPr lang="en-IN" dirty="0" err="1"/>
              <a:t>SelectClasses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D55619-F445-4DCC-B3B6-D4C9A97B8442}"/>
                  </a:ext>
                </a:extLst>
              </p14:cNvPr>
              <p14:cNvContentPartPr/>
              <p14:nvPr/>
            </p14:nvContentPartPr>
            <p14:xfrm>
              <a:off x="238320" y="1751040"/>
              <a:ext cx="5892480" cy="2984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D55619-F445-4DCC-B3B6-D4C9A97B84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960" y="1741680"/>
                <a:ext cx="5911200" cy="300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239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471349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5E8C71-8110-42C9-9A9F-ACCACFC19B90}"/>
              </a:ext>
            </a:extLst>
          </p:cNvPr>
          <p:cNvSpPr/>
          <p:nvPr/>
        </p:nvSpPr>
        <p:spPr>
          <a:xfrm>
            <a:off x="8696325" y="3518896"/>
            <a:ext cx="933450" cy="163923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Algerian" panose="04020705040A02060702" pitchFamily="82" charset="0"/>
              </a:rPr>
              <a:t>arvind</a:t>
            </a:r>
            <a:endParaRPr lang="en-IN" sz="12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4218752B-57EB-46E5-9A47-CDC9FC7B5608}"/>
              </a:ext>
            </a:extLst>
          </p:cNvPr>
          <p:cNvSpPr/>
          <p:nvPr/>
        </p:nvSpPr>
        <p:spPr>
          <a:xfrm>
            <a:off x="8448675" y="2985903"/>
            <a:ext cx="1323975" cy="532993"/>
          </a:xfrm>
          <a:prstGeom prst="snip2Diag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GREEN LEARNER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1752600" y="4266795"/>
            <a:ext cx="8515349" cy="14942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ENVIRONMENT SETUP </a:t>
            </a:r>
          </a:p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&amp;</a:t>
            </a:r>
          </a:p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WRITING FIRST UNIT TEST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591925" y="0"/>
            <a:ext cx="600075" cy="3905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 rot="19775561">
            <a:off x="1526307" y="2792968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CF3194-04D2-4842-B009-54911B04E9CC}"/>
                  </a:ext>
                </a:extLst>
              </p14:cNvPr>
              <p14:cNvContentPartPr/>
              <p14:nvPr/>
            </p14:nvContentPartPr>
            <p14:xfrm>
              <a:off x="2814480" y="5400"/>
              <a:ext cx="9270000" cy="585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CF3194-04D2-4842-B009-54911B04E9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5120" y="-3960"/>
                <a:ext cx="9288720" cy="587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937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471349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5E8C71-8110-42C9-9A9F-ACCACFC19B90}"/>
              </a:ext>
            </a:extLst>
          </p:cNvPr>
          <p:cNvSpPr/>
          <p:nvPr/>
        </p:nvSpPr>
        <p:spPr>
          <a:xfrm>
            <a:off x="8696325" y="3518896"/>
            <a:ext cx="933450" cy="163923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Algerian" panose="04020705040A02060702" pitchFamily="82" charset="0"/>
              </a:rPr>
              <a:t>arvind</a:t>
            </a:r>
            <a:endParaRPr lang="en-IN" sz="12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4218752B-57EB-46E5-9A47-CDC9FC7B5608}"/>
              </a:ext>
            </a:extLst>
          </p:cNvPr>
          <p:cNvSpPr/>
          <p:nvPr/>
        </p:nvSpPr>
        <p:spPr>
          <a:xfrm>
            <a:off x="8448675" y="2985903"/>
            <a:ext cx="1323975" cy="532993"/>
          </a:xfrm>
          <a:prstGeom prst="snip2Diag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GREEN LEARNER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1752600" y="4266795"/>
            <a:ext cx="8515349" cy="22864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Test Classes, </a:t>
            </a:r>
          </a:p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Life Cycle Methods,</a:t>
            </a:r>
          </a:p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Test Methods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 rot="19775561">
            <a:off x="1526307" y="2831069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0638235-E57A-42A0-9E16-EB26B18D71F4}"/>
                  </a:ext>
                </a:extLst>
              </p14:cNvPr>
              <p14:cNvContentPartPr/>
              <p14:nvPr/>
            </p14:nvContentPartPr>
            <p14:xfrm>
              <a:off x="2531160" y="11520"/>
              <a:ext cx="9653400" cy="6482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0638235-E57A-42A0-9E16-EB26B18D71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1800" y="2160"/>
                <a:ext cx="9672120" cy="65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57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Test </a:t>
            </a:r>
            <a:r>
              <a:rPr lang="en-IN" dirty="0" err="1">
                <a:latin typeface="Algerian" panose="04020705040A02060702" pitchFamily="82" charset="0"/>
              </a:rPr>
              <a:t>CLass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Any class that contains at least on test method</a:t>
            </a:r>
          </a:p>
          <a:p>
            <a:pPr algn="ctr"/>
            <a:r>
              <a:rPr lang="en-US" b="1" i="1" dirty="0">
                <a:latin typeface="Palatino Linotype" panose="02040502050505030304" pitchFamily="18" charset="0"/>
              </a:rPr>
              <a:t>Test classes </a:t>
            </a:r>
            <a:r>
              <a:rPr lang="en-US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must not be abstract </a:t>
            </a:r>
            <a:r>
              <a:rPr lang="en-US" b="1" i="1" dirty="0">
                <a:latin typeface="Palatino Linotype" panose="02040502050505030304" pitchFamily="18" charset="0"/>
              </a:rPr>
              <a:t>and </a:t>
            </a:r>
          </a:p>
          <a:p>
            <a:pPr algn="ctr"/>
            <a:r>
              <a:rPr lang="en-US" b="1" i="1" dirty="0">
                <a:latin typeface="Palatino Linotype" panose="02040502050505030304" pitchFamily="18" charset="0"/>
              </a:rPr>
              <a:t>must </a:t>
            </a:r>
            <a:r>
              <a:rPr lang="en-US" b="1" i="1" dirty="0">
                <a:solidFill>
                  <a:srgbClr val="FF0000"/>
                </a:solidFill>
                <a:latin typeface="Palatino Linotype" panose="02040502050505030304" pitchFamily="18" charset="0"/>
              </a:rPr>
              <a:t>have a single constructor</a:t>
            </a:r>
            <a:r>
              <a:rPr lang="en-US" b="1" i="1" dirty="0">
                <a:latin typeface="Palatino Linotype" panose="02040502050505030304" pitchFamily="18" charset="0"/>
              </a:rPr>
              <a:t>.</a:t>
            </a:r>
            <a:endParaRPr lang="en-IN" b="1" i="1" dirty="0">
              <a:latin typeface="Palatino Linotype" panose="0204050205050503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991453-3678-492D-8623-3E406085767D}"/>
                  </a:ext>
                </a:extLst>
              </p14:cNvPr>
              <p14:cNvContentPartPr/>
              <p14:nvPr/>
            </p14:nvContentPartPr>
            <p14:xfrm>
              <a:off x="2035080" y="1026360"/>
              <a:ext cx="8146440" cy="2663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991453-3678-492D-8623-3E40608576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5720" y="1017000"/>
                <a:ext cx="8165160" cy="268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670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Test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Any instance method that is directly annotated or meta-annotated with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@Test,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RepeatedTest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ParameterizedTest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TestFactory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or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TestTemplate</a:t>
            </a:r>
            <a:r>
              <a:rPr lang="en-US" dirty="0">
                <a:latin typeface="Palatino Linotype" panose="02040502050505030304" pitchFamily="18" charset="0"/>
              </a:rPr>
              <a:t>.</a:t>
            </a:r>
            <a:endParaRPr lang="en-IN" dirty="0">
              <a:latin typeface="Palatino Linotype" panose="0204050205050503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5C1DE8-A85A-4783-B14B-82CE8A567989}"/>
                  </a:ext>
                </a:extLst>
              </p14:cNvPr>
              <p14:cNvContentPartPr/>
              <p14:nvPr/>
            </p14:nvContentPartPr>
            <p14:xfrm>
              <a:off x="3615480" y="1111320"/>
              <a:ext cx="6566040" cy="4293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5C1DE8-A85A-4783-B14B-82CE8A5679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6120" y="1101960"/>
                <a:ext cx="6584760" cy="431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037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Life cycle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any method that is directly annotated or meta-annotated with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BeforeAll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AfterAll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BeforeEach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or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AfterEach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.</a:t>
            </a:r>
            <a:endParaRPr lang="en-IN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18BD15-CF21-4067-B35B-AF27D10C4397}"/>
                  </a:ext>
                </a:extLst>
              </p14:cNvPr>
              <p14:cNvContentPartPr/>
              <p14:nvPr/>
            </p14:nvContentPartPr>
            <p14:xfrm>
              <a:off x="1088280" y="1242360"/>
              <a:ext cx="9117720" cy="5029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18BD15-CF21-4067-B35B-AF27D10C43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920" y="1233000"/>
                <a:ext cx="9136440" cy="504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562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Life cycle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any method that is directly annotated or meta-annotated with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BeforeAll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AfterAll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BeforeEach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, or 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AfterEach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.</a:t>
            </a:r>
            <a:endParaRPr lang="en-IN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98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Few points to note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test methods and lifecycle methods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must not be abstract </a:t>
            </a:r>
            <a:r>
              <a:rPr lang="en-US" dirty="0">
                <a:latin typeface="Palatino Linotype" panose="02040502050505030304" pitchFamily="18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must not return a value</a:t>
            </a:r>
            <a:r>
              <a:rPr lang="en-US" dirty="0">
                <a:latin typeface="Palatino Linotype" panose="02040502050505030304" pitchFamily="18" charset="0"/>
              </a:rPr>
              <a:t>.</a:t>
            </a:r>
          </a:p>
          <a:p>
            <a:pPr algn="ctr"/>
            <a:r>
              <a:rPr lang="en-US" dirty="0">
                <a:latin typeface="Palatino Linotype" panose="02040502050505030304" pitchFamily="18" charset="0"/>
              </a:rPr>
              <a:t>Test classes, test methods, and lifecycle methods are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not required to be public</a:t>
            </a:r>
            <a:r>
              <a:rPr lang="en-US" dirty="0">
                <a:latin typeface="Palatino Linotype" panose="02040502050505030304" pitchFamily="18" charset="0"/>
              </a:rPr>
              <a:t>, but </a:t>
            </a:r>
            <a:r>
              <a:rPr lang="en-US" dirty="0">
                <a:solidFill>
                  <a:srgbClr val="FF0000"/>
                </a:solidFill>
                <a:latin typeface="Palatino Linotype" panose="02040502050505030304" pitchFamily="18" charset="0"/>
              </a:rPr>
              <a:t>they must not be private</a:t>
            </a:r>
            <a:r>
              <a:rPr lang="en-US" dirty="0">
                <a:latin typeface="Palatino Linotype" panose="02040502050505030304" pitchFamily="18" charset="0"/>
              </a:rPr>
              <a:t>.</a:t>
            </a:r>
            <a:endParaRPr lang="en-IN" dirty="0">
              <a:latin typeface="Palatino Linotype" panose="0204050205050503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AFE1AE-F033-4B04-A89C-2C79F685C570}"/>
                  </a:ext>
                </a:extLst>
              </p14:cNvPr>
              <p14:cNvContentPartPr/>
              <p14:nvPr/>
            </p14:nvContentPartPr>
            <p14:xfrm>
              <a:off x="3687480" y="933480"/>
              <a:ext cx="6781320" cy="2828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AFE1AE-F033-4B04-A89C-2C79F685C5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8120" y="924120"/>
                <a:ext cx="6800040" cy="284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377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1752600" y="4266795"/>
            <a:ext cx="8515349" cy="22864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Writing tests for our Application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</p:spTree>
    <p:extLst>
      <p:ext uri="{BB962C8B-B14F-4D97-AF65-F5344CB8AC3E}">
        <p14:creationId xmlns:p14="http://schemas.microsoft.com/office/powerpoint/2010/main" val="3138171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2047873" y="4266795"/>
            <a:ext cx="8515349" cy="22864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Exception Testing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</a:t>
            </a:r>
            <a:r>
              <a:rPr lang="hi-IN" sz="2800" dirty="0"/>
              <a:t>5</a:t>
            </a:r>
            <a:endParaRPr lang="en-IN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</p:spTree>
    <p:extLst>
      <p:ext uri="{BB962C8B-B14F-4D97-AF65-F5344CB8AC3E}">
        <p14:creationId xmlns:p14="http://schemas.microsoft.com/office/powerpoint/2010/main" val="4239975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2047873" y="4266795"/>
            <a:ext cx="8515349" cy="228640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8800" dirty="0">
                <a:solidFill>
                  <a:schemeClr val="bg1"/>
                </a:solidFill>
                <a:latin typeface="Colonna MT" panose="04020805060202030203" pitchFamily="82" charset="0"/>
              </a:rPr>
              <a:t>Timeout testing</a:t>
            </a:r>
          </a:p>
          <a:p>
            <a:r>
              <a:rPr lang="en-IN" sz="5800" dirty="0">
                <a:solidFill>
                  <a:schemeClr val="bg1"/>
                </a:solidFill>
                <a:latin typeface="Colonna MT" panose="04020805060202030203" pitchFamily="82" charset="0"/>
              </a:rPr>
              <a:t>@Timeout | </a:t>
            </a:r>
            <a:r>
              <a:rPr lang="en-IN" sz="5800" dirty="0" err="1">
                <a:solidFill>
                  <a:schemeClr val="bg1"/>
                </a:solidFill>
                <a:latin typeface="Colonna MT" panose="04020805060202030203" pitchFamily="82" charset="0"/>
              </a:rPr>
              <a:t>assertTimeout</a:t>
            </a:r>
            <a:r>
              <a:rPr lang="en-IN" sz="5800" dirty="0">
                <a:solidFill>
                  <a:schemeClr val="bg1"/>
                </a:solidFill>
                <a:latin typeface="Colonna MT" panose="04020805060202030203" pitchFamily="82" charset="0"/>
              </a:rPr>
              <a:t>()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</p:spTree>
    <p:extLst>
      <p:ext uri="{BB962C8B-B14F-4D97-AF65-F5344CB8AC3E}">
        <p14:creationId xmlns:p14="http://schemas.microsoft.com/office/powerpoint/2010/main" val="736668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2047873" y="4266795"/>
            <a:ext cx="8515349" cy="22673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800" dirty="0">
                <a:solidFill>
                  <a:schemeClr val="bg1"/>
                </a:solidFill>
                <a:latin typeface="Colonna MT" panose="04020805060202030203" pitchFamily="82" charset="0"/>
              </a:rPr>
              <a:t>Assertions |</a:t>
            </a:r>
            <a:r>
              <a:rPr lang="en-IN" sz="5800" dirty="0" err="1">
                <a:solidFill>
                  <a:schemeClr val="bg1"/>
                </a:solidFill>
                <a:latin typeface="Colonna MT" panose="04020805060202030203" pitchFamily="82" charset="0"/>
              </a:rPr>
              <a:t>assertAll</a:t>
            </a:r>
            <a:r>
              <a:rPr lang="en-IN" sz="5800" dirty="0">
                <a:solidFill>
                  <a:schemeClr val="bg1"/>
                </a:solidFill>
                <a:latin typeface="Colonna MT" panose="04020805060202030203" pitchFamily="82" charset="0"/>
              </a:rPr>
              <a:t> | @Nested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</p:spTree>
    <p:extLst>
      <p:ext uri="{BB962C8B-B14F-4D97-AF65-F5344CB8AC3E}">
        <p14:creationId xmlns:p14="http://schemas.microsoft.com/office/powerpoint/2010/main" val="2664404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2047873" y="4266795"/>
            <a:ext cx="8515349" cy="22673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1500" dirty="0">
                <a:solidFill>
                  <a:schemeClr val="bg1"/>
                </a:solidFill>
                <a:latin typeface="Colonna MT" panose="04020805060202030203" pitchFamily="82" charset="0"/>
              </a:rPr>
              <a:t>@</a:t>
            </a:r>
            <a:r>
              <a:rPr lang="en-IN" sz="11500" dirty="0" err="1">
                <a:solidFill>
                  <a:schemeClr val="bg1"/>
                </a:solidFill>
                <a:latin typeface="Colonna MT" panose="04020805060202030203" pitchFamily="82" charset="0"/>
              </a:rPr>
              <a:t>RepeatTest</a:t>
            </a:r>
            <a:endParaRPr lang="en-IN" sz="11500" dirty="0">
              <a:solidFill>
                <a:schemeClr val="bg1"/>
              </a:solidFill>
              <a:latin typeface="Colonna MT" panose="04020805060202030203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</p:spTree>
    <p:extLst>
      <p:ext uri="{BB962C8B-B14F-4D97-AF65-F5344CB8AC3E}">
        <p14:creationId xmlns:p14="http://schemas.microsoft.com/office/powerpoint/2010/main" val="1109450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2047873" y="4266795"/>
            <a:ext cx="8515349" cy="22673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200" dirty="0">
                <a:solidFill>
                  <a:schemeClr val="bg1"/>
                </a:solidFill>
                <a:latin typeface="Colonna MT" panose="04020805060202030203" pitchFamily="82" charset="0"/>
              </a:rPr>
              <a:t>@</a:t>
            </a:r>
            <a:r>
              <a:rPr lang="en-IN" sz="7200" dirty="0" err="1">
                <a:solidFill>
                  <a:schemeClr val="bg1"/>
                </a:solidFill>
                <a:latin typeface="Colonna MT" panose="04020805060202030203" pitchFamily="82" charset="0"/>
              </a:rPr>
              <a:t>ParameterizedTest</a:t>
            </a:r>
            <a:endParaRPr lang="en-IN" sz="7200" dirty="0">
              <a:solidFill>
                <a:schemeClr val="bg1"/>
              </a:solidFill>
              <a:latin typeface="Colonna MT" panose="04020805060202030203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</p:spTree>
    <p:extLst>
      <p:ext uri="{BB962C8B-B14F-4D97-AF65-F5344CB8AC3E}">
        <p14:creationId xmlns:p14="http://schemas.microsoft.com/office/powerpoint/2010/main" val="6440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2047873" y="4266795"/>
            <a:ext cx="8515349" cy="22673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200" dirty="0">
                <a:solidFill>
                  <a:schemeClr val="bg1"/>
                </a:solidFill>
                <a:latin typeface="Colonna MT" panose="04020805060202030203" pitchFamily="82" charset="0"/>
              </a:rPr>
              <a:t>Test Execution Order</a:t>
            </a:r>
          </a:p>
          <a:p>
            <a:r>
              <a:rPr lang="en-IN" sz="4300" dirty="0">
                <a:solidFill>
                  <a:schemeClr val="bg1"/>
                </a:solidFill>
                <a:latin typeface="Colonna MT" panose="04020805060202030203" pitchFamily="82" charset="0"/>
              </a:rPr>
              <a:t>&amp;</a:t>
            </a:r>
            <a:endParaRPr lang="en-IN" sz="7200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sz="7200" dirty="0">
                <a:solidFill>
                  <a:schemeClr val="bg1"/>
                </a:solidFill>
                <a:latin typeface="Colonna MT" panose="04020805060202030203" pitchFamily="82" charset="0"/>
              </a:rPr>
              <a:t>Test Instance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</p:spTree>
    <p:extLst>
      <p:ext uri="{BB962C8B-B14F-4D97-AF65-F5344CB8AC3E}">
        <p14:creationId xmlns:p14="http://schemas.microsoft.com/office/powerpoint/2010/main" val="1994269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Few points..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Execution order</a:t>
            </a:r>
          </a:p>
          <a:p>
            <a:pPr lvl="1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Default – Fixed, non-deterministic</a:t>
            </a:r>
          </a:p>
          <a:p>
            <a:pPr lvl="1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Random</a:t>
            </a:r>
          </a:p>
          <a:p>
            <a:pPr lvl="1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Alphanumeric</a:t>
            </a:r>
          </a:p>
          <a:p>
            <a:pPr lvl="1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Order annotation</a:t>
            </a:r>
          </a:p>
          <a:p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Test Instance</a:t>
            </a:r>
          </a:p>
          <a:p>
            <a:pPr lvl="1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Per method – default</a:t>
            </a:r>
          </a:p>
          <a:p>
            <a:pPr lvl="1"/>
            <a:r>
              <a:rPr lang="en-IN" dirty="0">
                <a:solidFill>
                  <a:srgbClr val="FF0000"/>
                </a:solidFill>
                <a:latin typeface="Palatino Linotype" panose="02040502050505030304" pitchFamily="18" charset="0"/>
              </a:rPr>
              <a:t>Per class</a:t>
            </a:r>
          </a:p>
        </p:txBody>
      </p:sp>
    </p:spTree>
    <p:extLst>
      <p:ext uri="{BB962C8B-B14F-4D97-AF65-F5344CB8AC3E}">
        <p14:creationId xmlns:p14="http://schemas.microsoft.com/office/powerpoint/2010/main" val="265789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1590675" y="4266795"/>
            <a:ext cx="10001250" cy="22673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dirty="0">
                <a:solidFill>
                  <a:schemeClr val="bg1"/>
                </a:solidFill>
                <a:latin typeface="Colonna MT" panose="04020805060202030203" pitchFamily="82" charset="0"/>
              </a:rPr>
              <a:t>@</a:t>
            </a:r>
            <a:r>
              <a:rPr lang="en-IN" sz="5400" dirty="0" err="1">
                <a:solidFill>
                  <a:schemeClr val="bg1"/>
                </a:solidFill>
                <a:latin typeface="Colonna MT" panose="04020805060202030203" pitchFamily="82" charset="0"/>
              </a:rPr>
              <a:t>TempDir</a:t>
            </a:r>
            <a:endParaRPr lang="en-IN" sz="5400" dirty="0">
              <a:solidFill>
                <a:schemeClr val="bg1"/>
              </a:solidFill>
              <a:latin typeface="Colonna MT" panose="04020805060202030203" pitchFamily="82" charset="0"/>
            </a:endParaRPr>
          </a:p>
          <a:p>
            <a:r>
              <a:rPr lang="en-IN" sz="4800" dirty="0">
                <a:solidFill>
                  <a:schemeClr val="bg1"/>
                </a:solidFill>
                <a:latin typeface="Colonna MT" panose="04020805060202030203" pitchFamily="82" charset="0"/>
              </a:rPr>
              <a:t>&amp;</a:t>
            </a:r>
          </a:p>
          <a:p>
            <a:r>
              <a:rPr lang="en-IN" sz="5400" dirty="0">
                <a:solidFill>
                  <a:schemeClr val="bg1"/>
                </a:solidFill>
                <a:latin typeface="Colonna MT" panose="04020805060202030203" pitchFamily="82" charset="0"/>
              </a:rPr>
              <a:t>Creating Custom Test Annotation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204E0F-219F-4A08-A151-B45FC23D4D86}"/>
                  </a:ext>
                </a:extLst>
              </p14:cNvPr>
              <p14:cNvContentPartPr/>
              <p14:nvPr/>
            </p14:nvContentPartPr>
            <p14:xfrm>
              <a:off x="1298160" y="2233800"/>
              <a:ext cx="7232760" cy="4470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204E0F-219F-4A08-A151-B45FC23D4D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800" y="2224440"/>
                <a:ext cx="7251480" cy="448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9417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65699B-2CB3-41F7-92E4-C601B7FB2D19}"/>
                  </a:ext>
                </a:extLst>
              </p14:cNvPr>
              <p14:cNvContentPartPr/>
              <p14:nvPr/>
            </p14:nvContentPartPr>
            <p14:xfrm>
              <a:off x="1361160" y="835560"/>
              <a:ext cx="10336320" cy="4021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65699B-2CB3-41F7-92E4-C601B7FB2D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1800" y="826200"/>
                <a:ext cx="10355040" cy="404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666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383514-A79E-4C2C-83B3-745E04B45AC9}"/>
                  </a:ext>
                </a:extLst>
              </p14:cNvPr>
              <p14:cNvContentPartPr/>
              <p14:nvPr/>
            </p14:nvContentPartPr>
            <p14:xfrm>
              <a:off x="2057400" y="344880"/>
              <a:ext cx="3589200" cy="426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383514-A79E-4C2C-83B3-745E04B45A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8040" y="335520"/>
                <a:ext cx="3607920" cy="427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9896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3CEA-5963-4126-ABC6-E65617E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3949" y="1097002"/>
            <a:ext cx="10363200" cy="130492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UNIT TESTING </a:t>
            </a:r>
            <a:r>
              <a:rPr lang="en-IN" sz="3200" b="1" dirty="0">
                <a:solidFill>
                  <a:srgbClr val="FF0000"/>
                </a:solidFill>
                <a:latin typeface="Colonna MT" panose="04020805060202030203" pitchFamily="82" charset="0"/>
              </a:rPr>
              <a:t>IN</a:t>
            </a:r>
            <a:r>
              <a:rPr lang="en-IN" sz="8000" b="1" u="sng" dirty="0">
                <a:solidFill>
                  <a:srgbClr val="C00000"/>
                </a:solidFill>
                <a:latin typeface="Colonna MT" panose="04020805060202030203" pitchFamily="82" charset="0"/>
              </a:rPr>
              <a:t> </a:t>
            </a:r>
            <a:r>
              <a:rPr lang="en-IN" sz="8000" b="1" u="sng" dirty="0">
                <a:solidFill>
                  <a:srgbClr val="00B050"/>
                </a:solidFill>
                <a:latin typeface="Colonna MT" panose="04020805060202030203" pitchFamily="82" charset="0"/>
              </a:rPr>
              <a:t>JAVA</a:t>
            </a:r>
            <a:endParaRPr lang="en-IN" b="1" dirty="0">
              <a:solidFill>
                <a:srgbClr val="0070C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4A775-585C-40CB-B236-FDE809D6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99" y="2287223"/>
            <a:ext cx="4152899" cy="1562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4EC939-9B40-48B9-BD44-83A5E1B92003}"/>
              </a:ext>
            </a:extLst>
          </p:cNvPr>
          <p:cNvSpPr txBox="1">
            <a:spLocks/>
          </p:cNvSpPr>
          <p:nvPr/>
        </p:nvSpPr>
        <p:spPr>
          <a:xfrm>
            <a:off x="1590675" y="4266795"/>
            <a:ext cx="10001250" cy="22673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Tagging and Filtering</a:t>
            </a:r>
          </a:p>
          <a:p>
            <a:r>
              <a:rPr lang="en-IN" sz="3200" dirty="0">
                <a:solidFill>
                  <a:schemeClr val="bg1"/>
                </a:solidFill>
                <a:latin typeface="Colonna MT" panose="04020805060202030203" pitchFamily="82" charset="0"/>
              </a:rPr>
              <a:t>&amp;</a:t>
            </a:r>
          </a:p>
          <a:p>
            <a:r>
              <a:rPr lang="en-IN" dirty="0">
                <a:solidFill>
                  <a:schemeClr val="bg1"/>
                </a:solidFill>
                <a:latin typeface="Colonna MT" panose="04020805060202030203" pitchFamily="82" charset="0"/>
              </a:rPr>
              <a:t>??What Next??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08FEB0-6C84-4C71-85C1-FCFEEBE17AF2}"/>
              </a:ext>
            </a:extLst>
          </p:cNvPr>
          <p:cNvSpPr/>
          <p:nvPr/>
        </p:nvSpPr>
        <p:spPr>
          <a:xfrm>
            <a:off x="11372851" y="0"/>
            <a:ext cx="819150" cy="5130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#12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6644-9784-4C33-BDF5-0FAF6FE474E9}"/>
              </a:ext>
            </a:extLst>
          </p:cNvPr>
          <p:cNvSpPr/>
          <p:nvPr/>
        </p:nvSpPr>
        <p:spPr>
          <a:xfrm>
            <a:off x="5079132" y="3713124"/>
            <a:ext cx="2628900" cy="742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lgerian" panose="04020705040A02060702" pitchFamily="82" charset="0"/>
              </a:rPr>
              <a:t>Jupiter API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ECC2C3-778B-4335-9994-C4DD60C797AC}"/>
                  </a:ext>
                </a:extLst>
              </p14:cNvPr>
              <p14:cNvContentPartPr/>
              <p14:nvPr/>
            </p14:nvContentPartPr>
            <p14:xfrm>
              <a:off x="3216960" y="5033880"/>
              <a:ext cx="5742360" cy="1354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ECC2C3-778B-4335-9994-C4DD60C797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7600" y="5024520"/>
                <a:ext cx="5761080" cy="137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2703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EA0B5D-D6C6-4899-AC05-4FBC8C312352}"/>
                  </a:ext>
                </a:extLst>
              </p14:cNvPr>
              <p14:cNvContentPartPr/>
              <p14:nvPr/>
            </p14:nvContentPartPr>
            <p14:xfrm>
              <a:off x="1137240" y="154440"/>
              <a:ext cx="8094960" cy="5026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EA0B5D-D6C6-4899-AC05-4FBC8C3123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7880" y="145080"/>
                <a:ext cx="8113680" cy="504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2364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5CA2221-E057-4F32-AE07-4C571BAFCE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2455446"/>
              </p:ext>
            </p:extLst>
          </p:nvPr>
        </p:nvGraphicFramePr>
        <p:xfrm>
          <a:off x="-390525" y="628650"/>
          <a:ext cx="4391025" cy="233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70DBD77-BB22-441F-BAD5-8267880726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7402" y="2114550"/>
            <a:ext cx="7225848" cy="3019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A9F8B07-B417-4A60-B667-469C6566FE4C}"/>
              </a:ext>
            </a:extLst>
          </p:cNvPr>
          <p:cNvSpPr/>
          <p:nvPr/>
        </p:nvSpPr>
        <p:spPr>
          <a:xfrm>
            <a:off x="4933950" y="5495925"/>
            <a:ext cx="7225848" cy="109537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https://site.mockito.org/</a:t>
            </a:r>
            <a:endParaRPr lang="en-IN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8099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endParaRPr lang="en-IN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7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endParaRPr lang="en-IN" dirty="0">
              <a:solidFill>
                <a:srgbClr val="FF0000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75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64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511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131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4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462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1DDD-011E-4D86-BCCA-0ABD1B3E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Junit??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24B63-D60C-4D29-A56E-5E143859F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596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12884</TotalTime>
  <Words>576</Words>
  <Application>Microsoft Office PowerPoint</Application>
  <PresentationFormat>Widescreen</PresentationFormat>
  <Paragraphs>160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Algerian</vt:lpstr>
      <vt:lpstr>Arial</vt:lpstr>
      <vt:lpstr>Calibri</vt:lpstr>
      <vt:lpstr>Calibri Light</vt:lpstr>
      <vt:lpstr>Colonna MT</vt:lpstr>
      <vt:lpstr>Palatino Linotype</vt:lpstr>
      <vt:lpstr>Office Theme</vt:lpstr>
      <vt:lpstr>UNIT TESTING IN JAVA</vt:lpstr>
      <vt:lpstr>What is Unit testing??</vt:lpstr>
      <vt:lpstr>Junit??</vt:lpstr>
      <vt:lpstr>Junit4.x vs junit5.x</vt:lpstr>
      <vt:lpstr>Junit4.x vs junit5.x</vt:lpstr>
      <vt:lpstr> Junit4.x vs junit5.x Architecture level difference </vt:lpstr>
      <vt:lpstr> Junit4.x vs junit5.x Annotation names difference </vt:lpstr>
      <vt:lpstr>New features/annotations in junit5.x</vt:lpstr>
      <vt:lpstr>UNIT TESTING IN JAVA</vt:lpstr>
      <vt:lpstr>UNIT TESTING IN JAVA</vt:lpstr>
      <vt:lpstr>Test CLass</vt:lpstr>
      <vt:lpstr>Test Methods</vt:lpstr>
      <vt:lpstr>Life cycle Methods</vt:lpstr>
      <vt:lpstr>Life cycle Methods</vt:lpstr>
      <vt:lpstr>Few points to note </vt:lpstr>
      <vt:lpstr>UNIT TESTING IN JAVA</vt:lpstr>
      <vt:lpstr>UNIT TESTING IN JAVA</vt:lpstr>
      <vt:lpstr>UNIT TESTING IN JAVA</vt:lpstr>
      <vt:lpstr>UNIT TESTING IN JAVA</vt:lpstr>
      <vt:lpstr>UNIT TESTING IN JAVA</vt:lpstr>
      <vt:lpstr>UNIT TESTING IN JAVA</vt:lpstr>
      <vt:lpstr>UNIT TESTING IN JAVA</vt:lpstr>
      <vt:lpstr>Few points..</vt:lpstr>
      <vt:lpstr>UNIT TESTING IN JAVA</vt:lpstr>
      <vt:lpstr>PowerPoint Presentation</vt:lpstr>
      <vt:lpstr>PowerPoint Presentation</vt:lpstr>
      <vt:lpstr>UNIT TESTING IN JAVA</vt:lpstr>
      <vt:lpstr>PowerPoint Presentation</vt:lpstr>
      <vt:lpstr>PowerPoint Presentation</vt:lpstr>
      <vt:lpstr>PowerPoint Presentation</vt:lpstr>
      <vt:lpstr>PowerPoint Presentation</vt:lpstr>
      <vt:lpstr>Junit??</vt:lpstr>
      <vt:lpstr>Junit??</vt:lpstr>
      <vt:lpstr>Junit??</vt:lpstr>
      <vt:lpstr>Junit??</vt:lpstr>
      <vt:lpstr>Junit??</vt:lpstr>
      <vt:lpstr>Junit??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Arvind Maurya</dc:creator>
  <cp:lastModifiedBy>Arvind Maurya</cp:lastModifiedBy>
  <cp:revision>83</cp:revision>
  <dcterms:created xsi:type="dcterms:W3CDTF">2020-03-18T06:04:29Z</dcterms:created>
  <dcterms:modified xsi:type="dcterms:W3CDTF">2020-06-11T17:16:53Z</dcterms:modified>
</cp:coreProperties>
</file>